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6" r:id="rId4"/>
    <p:sldId id="277" r:id="rId5"/>
    <p:sldId id="27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microsoft.com/office/2007/relationships/hdphoto" Target="../media/image17.wdp"/><Relationship Id="rId8" Type="http://schemas.openxmlformats.org/officeDocument/2006/relationships/image" Target="../media/image16.png"/><Relationship Id="rId7" Type="http://schemas.microsoft.com/office/2007/relationships/hdphoto" Target="../media/image15.wdp"/><Relationship Id="rId6" Type="http://schemas.openxmlformats.org/officeDocument/2006/relationships/image" Target="../media/image14.png"/><Relationship Id="rId5" Type="http://schemas.microsoft.com/office/2007/relationships/hdphoto" Target="../media/image13.wdp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2" Type="http://schemas.openxmlformats.org/officeDocument/2006/relationships/slideLayout" Target="../slideLayouts/slideLayout6.xml"/><Relationship Id="rId11" Type="http://schemas.microsoft.com/office/2007/relationships/hdphoto" Target="../media/image19.wdp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microsoft.com/office/2007/relationships/hdphoto" Target="../media/image25.wdp"/><Relationship Id="rId6" Type="http://schemas.openxmlformats.org/officeDocument/2006/relationships/image" Target="../media/image24.png"/><Relationship Id="rId5" Type="http://schemas.openxmlformats.org/officeDocument/2006/relationships/image" Target="../media/image10.png"/><Relationship Id="rId4" Type="http://schemas.microsoft.com/office/2007/relationships/hdphoto" Target="../media/image23.wdp"/><Relationship Id="rId3" Type="http://schemas.openxmlformats.org/officeDocument/2006/relationships/image" Target="../media/image22.png"/><Relationship Id="rId2" Type="http://schemas.microsoft.com/office/2007/relationships/hdphoto" Target="../media/image21.wdp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microsoft.com/office/2007/relationships/hdphoto" Target="../media/image33.wdp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microsoft.com/office/2007/relationships/hdphoto" Target="../media/image30.wdp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microsoft.com/office/2007/relationships/hdphoto" Target="../media/image27.wdp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microsoft.com/office/2007/relationships/hdphoto" Target="../media/image27.wdp"/><Relationship Id="rId1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microsoft.com/office/2007/relationships/hdphoto" Target="../media/image37.wdp"/><Relationship Id="rId1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microsoft.com/office/2007/relationships/hdphoto" Target="../media/image27.wdp"/><Relationship Id="rId6" Type="http://schemas.openxmlformats.org/officeDocument/2006/relationships/image" Target="../media/image26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microsoft.com/office/2007/relationships/hdphoto" Target="../media/image37.wdp"/><Relationship Id="rId2" Type="http://schemas.openxmlformats.org/officeDocument/2006/relationships/image" Target="../media/image36.png"/><Relationship Id="rId1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microsoft.com/office/2007/relationships/hdphoto" Target="../media/image46.wdp"/><Relationship Id="rId3" Type="http://schemas.openxmlformats.org/officeDocument/2006/relationships/image" Target="../media/image45.png"/><Relationship Id="rId2" Type="http://schemas.microsoft.com/office/2007/relationships/hdphoto" Target="../media/image44.wdp"/><Relationship Id="rId1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microsoft.com/office/2007/relationships/hdphoto" Target="../media/image52.wdp"/><Relationship Id="rId6" Type="http://schemas.openxmlformats.org/officeDocument/2006/relationships/image" Target="../media/image51.png"/><Relationship Id="rId5" Type="http://schemas.microsoft.com/office/2007/relationships/hdphoto" Target="../media/image50.wdp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microsoft.com/office/2007/relationships/hdphoto" Target="../media/image27.wdp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4.png"/><Relationship Id="rId3" Type="http://schemas.openxmlformats.org/officeDocument/2006/relationships/image" Target="../media/image53.png"/><Relationship Id="rId2" Type="http://schemas.openxmlformats.org/officeDocument/2006/relationships/image" Target="../media/image40.png"/><Relationship Id="rId1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8.png"/><Relationship Id="rId7" Type="http://schemas.openxmlformats.org/officeDocument/2006/relationships/image" Target="../media/image57.png"/><Relationship Id="rId6" Type="http://schemas.microsoft.com/office/2007/relationships/hdphoto" Target="../media/image56.wdp"/><Relationship Id="rId5" Type="http://schemas.openxmlformats.org/officeDocument/2006/relationships/image" Target="../media/image55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27.wdp"/><Relationship Id="rId13" Type="http://schemas.openxmlformats.org/officeDocument/2006/relationships/slideLayout" Target="../slideLayouts/slideLayout6.xml"/><Relationship Id="rId12" Type="http://schemas.microsoft.com/office/2007/relationships/hdphoto" Target="../media/image60.wdp"/><Relationship Id="rId11" Type="http://schemas.openxmlformats.org/officeDocument/2006/relationships/image" Target="../media/image59.png"/><Relationship Id="rId10" Type="http://schemas.microsoft.com/office/2007/relationships/hdphoto" Target="../media/image52.wdp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65.png"/><Relationship Id="rId4" Type="http://schemas.microsoft.com/office/2007/relationships/hdphoto" Target="../media/image64.wdp"/><Relationship Id="rId3" Type="http://schemas.openxmlformats.org/officeDocument/2006/relationships/image" Target="../media/image63.png"/><Relationship Id="rId2" Type="http://schemas.microsoft.com/office/2007/relationships/hdphoto" Target="../media/image62.wdp"/><Relationship Id="rId1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9" Type="http://schemas.microsoft.com/office/2007/relationships/hdphoto" Target="../media/image67.wdp"/><Relationship Id="rId8" Type="http://schemas.openxmlformats.org/officeDocument/2006/relationships/image" Target="../media/image66.png"/><Relationship Id="rId7" Type="http://schemas.microsoft.com/office/2007/relationships/hdphoto" Target="../media/image52.wdp"/><Relationship Id="rId6" Type="http://schemas.openxmlformats.org/officeDocument/2006/relationships/image" Target="../media/image51.png"/><Relationship Id="rId5" Type="http://schemas.openxmlformats.org/officeDocument/2006/relationships/image" Target="../media/image58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27.wdp"/><Relationship Id="rId11" Type="http://schemas.openxmlformats.org/officeDocument/2006/relationships/slideLayout" Target="../slideLayouts/slideLayout7.xml"/><Relationship Id="rId10" Type="http://schemas.openxmlformats.org/officeDocument/2006/relationships/hyperlink" Target="https://www.iconarchive.com/show/cisco-networking-icons-by-yudha-agung-pribadi/Router-icon.html" TargetMode="External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image" Target="../media/image74.png"/><Relationship Id="rId7" Type="http://schemas.microsoft.com/office/2007/relationships/hdphoto" Target="../media/image73.wdp"/><Relationship Id="rId6" Type="http://schemas.openxmlformats.org/officeDocument/2006/relationships/image" Target="../media/image72.png"/><Relationship Id="rId5" Type="http://schemas.microsoft.com/office/2007/relationships/hdphoto" Target="../media/image71.wdp"/><Relationship Id="rId4" Type="http://schemas.openxmlformats.org/officeDocument/2006/relationships/image" Target="../media/image70.png"/><Relationship Id="rId3" Type="http://schemas.microsoft.com/office/2007/relationships/hdphoto" Target="../media/image69.wdp"/><Relationship Id="rId2" Type="http://schemas.openxmlformats.org/officeDocument/2006/relationships/image" Target="../media/image68.png"/><Relationship Id="rId1" Type="http://schemas.openxmlformats.org/officeDocument/2006/relationships/hyperlink" Target="https://www.iconarchive.com/show/cisco-networking-icons-by-yudha-agung-pribadi/Router-icon.html" TargetMode="External"/></Relationships>
</file>

<file path=ppt/slides/_rels/slide18.xml.rels><?xml version="1.0" encoding="UTF-8" standalone="yes"?>
<Relationships xmlns="http://schemas.openxmlformats.org/package/2006/relationships"><Relationship Id="rId9" Type="http://schemas.microsoft.com/office/2007/relationships/hdphoto" Target="../media/image52.wdp"/><Relationship Id="rId8" Type="http://schemas.openxmlformats.org/officeDocument/2006/relationships/image" Target="../media/image51.png"/><Relationship Id="rId7" Type="http://schemas.microsoft.com/office/2007/relationships/hdphoto" Target="../media/image67.wdp"/><Relationship Id="rId6" Type="http://schemas.openxmlformats.org/officeDocument/2006/relationships/image" Target="../media/image66.png"/><Relationship Id="rId5" Type="http://schemas.openxmlformats.org/officeDocument/2006/relationships/image" Target="../media/image58.png"/><Relationship Id="rId4" Type="http://schemas.microsoft.com/office/2007/relationships/hdphoto" Target="../media/image17.wdp"/><Relationship Id="rId3" Type="http://schemas.openxmlformats.org/officeDocument/2006/relationships/image" Target="../media/image16.png"/><Relationship Id="rId2" Type="http://schemas.microsoft.com/office/2007/relationships/hdphoto" Target="../media/image27.wdp"/><Relationship Id="rId15" Type="http://schemas.openxmlformats.org/officeDocument/2006/relationships/slideLayout" Target="../slideLayouts/slideLayout6.xml"/><Relationship Id="rId14" Type="http://schemas.openxmlformats.org/officeDocument/2006/relationships/hyperlink" Target="https://iconscout.com/icon/firewall-132" TargetMode="External"/><Relationship Id="rId13" Type="http://schemas.microsoft.com/office/2007/relationships/hdphoto" Target="../media/image78.wdp"/><Relationship Id="rId12" Type="http://schemas.openxmlformats.org/officeDocument/2006/relationships/image" Target="../media/image77.png"/><Relationship Id="rId11" Type="http://schemas.microsoft.com/office/2007/relationships/hdphoto" Target="../media/image76.wdp"/><Relationship Id="rId10" Type="http://schemas.openxmlformats.org/officeDocument/2006/relationships/image" Target="../media/image75.png"/><Relationship Id="rId1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microsoft.com/office/2007/relationships/hdphoto" Target="../media/image82.wdp"/><Relationship Id="rId4" Type="http://schemas.openxmlformats.org/officeDocument/2006/relationships/image" Target="../media/image81.png"/><Relationship Id="rId3" Type="http://schemas.microsoft.com/office/2007/relationships/hdphoto" Target="../media/image80.wdp"/><Relationship Id="rId2" Type="http://schemas.openxmlformats.org/officeDocument/2006/relationships/image" Target="../media/image79.png"/><Relationship Id="rId1" Type="http://schemas.openxmlformats.org/officeDocument/2006/relationships/hyperlink" Target="https://iconscout.com/icon/firewall-132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>
            <a:grpSpLocks noGrp="1" noRot="1" noChangeAspect="1" noMove="1" noResize="1" noUngrp="1"/>
          </p:cNvGrpSpPr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2" name="Oval 11"/>
            <p:cNvSpPr/>
            <p:nvPr/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85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6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8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9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97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4090" y="2687955"/>
            <a:ext cx="6544310" cy="1991995"/>
          </a:xfrm>
        </p:spPr>
        <p:txBody>
          <a:bodyPr>
            <a:normAutofit fontScale="90000"/>
          </a:bodyPr>
          <a:lstStyle/>
          <a:p>
            <a:r>
              <a:rPr lang="en-GB" sz="4800" dirty="0">
                <a:latin typeface="Century Gothic" panose="020B0502020202020204" charset="0"/>
                <a:cs typeface="Century Gothic" panose="020B0502020202020204" charset="0"/>
              </a:rPr>
              <a:t>NETWORK DEVICES</a:t>
            </a:r>
            <a:br>
              <a:rPr lang="en-GB" sz="4800" dirty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en-US" altLang="en-GB" sz="1800" dirty="0">
                <a:latin typeface="Century Gothic" panose="020B0502020202020204" charset="0"/>
                <a:cs typeface="Century Gothic" panose="020B0502020202020204" charset="0"/>
              </a:rPr>
              <a:t>.</a:t>
            </a:r>
            <a:br>
              <a:rPr lang="en-US" altLang="en-GB" dirty="0">
                <a:latin typeface="Century Gothic" panose="020B0502020202020204" charset="0"/>
                <a:cs typeface="Century Gothic" panose="020B0502020202020204" charset="0"/>
              </a:rPr>
            </a:br>
            <a:r>
              <a:rPr lang="ar-SA" altLang="en-GB" dirty="0">
                <a:latin typeface="Century Gothic" panose="020B0502020202020204" charset="0"/>
                <a:cs typeface="Century Gothic" panose="020B0502020202020204" charset="0"/>
              </a:rPr>
              <a:t>           </a:t>
            </a:r>
            <a:r>
              <a:rPr lang="en-GB" sz="4000" dirty="0">
                <a:latin typeface="Century Gothic" panose="020B0502020202020204" charset="0"/>
                <a:cs typeface="Century Gothic" panose="020B0502020202020204" charset="0"/>
              </a:rPr>
              <a:t>lecture 1</a:t>
            </a:r>
            <a:endParaRPr lang="en-GB" sz="40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3045" y="5351145"/>
            <a:ext cx="3413760" cy="65151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entury Gothic" panose="020B0502020202020204" charset="0"/>
                <a:cs typeface="Century Gothic" panose="020B0502020202020204" charset="0"/>
              </a:rPr>
              <a:t>By.</a:t>
            </a:r>
            <a:r>
              <a:rPr lang="en-GB" sz="2400" dirty="0">
                <a:latin typeface="Century Gothic" panose="020B0502020202020204" charset="0"/>
                <a:cs typeface="Century Gothic" panose="020B0502020202020204" charset="0"/>
              </a:rPr>
              <a:t>HUSAM ZENDAH</a:t>
            </a:r>
            <a:endParaRPr lang="en-GB" sz="2400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23290" r="36533" b="-10"/>
          <a:stretch>
            <a:fillRect/>
          </a:stretch>
        </p:blipFill>
        <p:spPr>
          <a:xfrm>
            <a:off x="0" y="0"/>
            <a:ext cx="1919605" cy="6858000"/>
          </a:xfrm>
          <a:prstGeom prst="rect">
            <a:avLst/>
          </a:prstGeom>
        </p:spPr>
      </p:pic>
      <p:cxnSp>
        <p:nvCxnSpPr>
          <p:cNvPr id="20" name="Straight Connector 1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495165" y="75565"/>
            <a:ext cx="2784475" cy="1873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6865" y="130810"/>
            <a:ext cx="6370955" cy="3352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6865" y="3374390"/>
            <a:ext cx="6370955" cy="32346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0" y="1040765"/>
            <a:ext cx="4573270" cy="3857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9755" y="499110"/>
            <a:ext cx="2982595" cy="792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865" y="213360"/>
            <a:ext cx="5770245" cy="30365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6715" y="3429000"/>
            <a:ext cx="5758815" cy="30308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2383155"/>
            <a:ext cx="2611120" cy="2707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1795" y="322580"/>
            <a:ext cx="4901565" cy="9010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865" y="146685"/>
            <a:ext cx="5896610" cy="31032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865" y="3376930"/>
            <a:ext cx="5770245" cy="303657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63270" y="2087880"/>
            <a:ext cx="4158615" cy="3368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/>
          <p:cNvSpPr/>
          <p:nvPr/>
        </p:nvSpPr>
        <p:spPr>
          <a:xfrm>
            <a:off x="7484533" y="3606799"/>
            <a:ext cx="3979333" cy="2455333"/>
          </a:xfrm>
          <a:prstGeom prst="roundRect">
            <a:avLst/>
          </a:prstGeom>
          <a:solidFill>
            <a:srgbClr val="F4CA5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540852"/>
            <a:ext cx="4805420" cy="722645"/>
          </a:xfrm>
        </p:spPr>
        <p:txBody>
          <a:bodyPr>
            <a:normAutofit fontScale="90000"/>
          </a:bodyPr>
          <a:lstStyle/>
          <a:p>
            <a:r>
              <a:rPr lang="en-GB" u="sng" dirty="0">
                <a:latin typeface="Century Gothic" panose="020B0502020202020204" charset="0"/>
                <a:cs typeface="Century Gothic" panose="020B0502020202020204" charset="0"/>
              </a:rPr>
              <a:t>Computer </a:t>
            </a:r>
            <a:r>
              <a:rPr lang="en-US" altLang="en-GB" u="sng" dirty="0">
                <a:latin typeface="Century Gothic" panose="020B0502020202020204" charset="0"/>
                <a:cs typeface="Century Gothic" panose="020B0502020202020204" charset="0"/>
              </a:rPr>
              <a:t>N</a:t>
            </a:r>
            <a:r>
              <a:rPr lang="en-GB" u="sng" dirty="0">
                <a:latin typeface="Century Gothic" panose="020B0502020202020204" charset="0"/>
                <a:cs typeface="Century Gothic" panose="020B0502020202020204" charset="0"/>
              </a:rPr>
              <a:t>etwork</a:t>
            </a:r>
            <a:endParaRPr lang="en-US" u="sng" dirty="0">
              <a:latin typeface="Century Gothic" panose="020B0502020202020204" charset="0"/>
              <a:cs typeface="Century Gothic" panose="020B0502020202020204" charset="0"/>
            </a:endParaRPr>
          </a:p>
          <a:p>
            <a:endParaRPr lang="en-GB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3" name="Picture 2" descr="A white ball with black text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176" y="1548670"/>
            <a:ext cx="3148102" cy="71994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97" y="2553420"/>
            <a:ext cx="11082785" cy="874143"/>
          </a:xfrm>
          <a:prstGeom prst="rect">
            <a:avLst/>
          </a:prstGeom>
        </p:spPr>
      </p:pic>
      <p:pic>
        <p:nvPicPr>
          <p:cNvPr id="5" name="Picture 4" descr="A black and white circular logo with arrows in cen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44" y="4453208"/>
            <a:ext cx="1350573" cy="1344642"/>
          </a:xfrm>
          <a:prstGeom prst="rect">
            <a:avLst/>
          </a:prstGeom>
        </p:spPr>
      </p:pic>
      <p:pic>
        <p:nvPicPr>
          <p:cNvPr id="6" name="Picture 5" descr="A logo with arrows in a square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1145" y="3614559"/>
            <a:ext cx="1762124" cy="1325412"/>
          </a:xfrm>
          <a:prstGeom prst="rect">
            <a:avLst/>
          </a:prstGeom>
        </p:spPr>
      </p:pic>
      <p:pic>
        <p:nvPicPr>
          <p:cNvPr id="7" name="Picture 6" descr="A logo of a brick wall&#10;&#10;AI-generated content may be incorrect.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80457" y="3614379"/>
            <a:ext cx="1546105" cy="13257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36881" y="3781965"/>
            <a:ext cx="1546464" cy="1335656"/>
          </a:xfrm>
          <a:prstGeom prst="rect">
            <a:avLst/>
          </a:prstGeom>
        </p:spPr>
      </p:pic>
      <p:pic>
        <p:nvPicPr>
          <p:cNvPr id="9" name="Picture 8" descr="A black and white logo&#10;&#10;AI-generated content may be incorrect.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73062" y="4663925"/>
            <a:ext cx="1944177" cy="13257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517466" y="6265333"/>
            <a:ext cx="21505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END HOST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6395" y="296437"/>
            <a:ext cx="7335835" cy="679513"/>
          </a:xfrm>
        </p:spPr>
        <p:txBody>
          <a:bodyPr>
            <a:normAutofit fontScale="90000"/>
          </a:bodyPr>
          <a:lstStyle/>
          <a:p>
            <a:r>
              <a:rPr lang="en-GB" u="sng" dirty="0">
                <a:latin typeface="Century Gothic" panose="020B0502020202020204" charset="0"/>
                <a:cs typeface="Century Gothic" panose="020B0502020202020204" charset="0"/>
              </a:rPr>
              <a:t>BUILDING </a:t>
            </a:r>
            <a:r>
              <a:rPr lang="en-GB" u="sng" dirty="0">
                <a:latin typeface="Century Gothic" panose="020B0502020202020204" charset="0"/>
                <a:cs typeface="Century Gothic" panose="020B0502020202020204" charset="0"/>
              </a:rPr>
              <a:t>A NETWORK</a:t>
            </a:r>
            <a:endParaRPr lang="en-GB" u="sng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3" name="Picture 2" descr="A black and white logo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88491" y="2451070"/>
            <a:ext cx="1904640" cy="2085256"/>
          </a:xfrm>
          <a:prstGeom prst="rect">
            <a:avLst/>
          </a:prstGeom>
        </p:spPr>
      </p:pic>
      <p:pic>
        <p:nvPicPr>
          <p:cNvPr id="4" name="Picture 3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83019" y="2450801"/>
            <a:ext cx="2081661" cy="2085794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3738677" y="3338929"/>
            <a:ext cx="3725144" cy="14941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401" y="4551872"/>
            <a:ext cx="11082785" cy="874143"/>
          </a:xfrm>
          <a:prstGeom prst="rect">
            <a:avLst/>
          </a:prstGeom>
        </p:spPr>
      </p:pic>
      <p:pic>
        <p:nvPicPr>
          <p:cNvPr id="9" name="Picture 8" descr="A blue and white chat bubbles&#10;&#10;AI-generated content may be incorrect.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97520" y="1717466"/>
            <a:ext cx="2019300" cy="1323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5187" y="382701"/>
            <a:ext cx="2217496" cy="780154"/>
          </a:xfrm>
        </p:spPr>
        <p:txBody>
          <a:bodyPr/>
          <a:lstStyle/>
          <a:p>
            <a:r>
              <a:rPr lang="en-GB" u="sng" dirty="0">
                <a:latin typeface="Century Gothic" panose="020B0502020202020204" charset="0"/>
                <a:cs typeface="Century Gothic" panose="020B0502020202020204" charset="0"/>
              </a:rPr>
              <a:t>CLIENT</a:t>
            </a:r>
            <a:endParaRPr lang="en-GB" u="sng" dirty="0"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3" name="Picture 2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2747" y="1718544"/>
            <a:ext cx="3410129" cy="3032723"/>
          </a:xfrm>
          <a:prstGeom prst="rect">
            <a:avLst/>
          </a:prstGeom>
        </p:spPr>
      </p:pic>
      <p:pic>
        <p:nvPicPr>
          <p:cNvPr id="4" name="Picture 3" descr="A close up of a cell phone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548" y="171001"/>
            <a:ext cx="1307620" cy="2777885"/>
          </a:xfrm>
          <a:prstGeom prst="rect">
            <a:avLst/>
          </a:prstGeom>
        </p:spPr>
      </p:pic>
      <p:pic>
        <p:nvPicPr>
          <p:cNvPr id="5" name="Picture 4" descr="A computer monitor and keyboard&#10;&#10;AI-generated content may be incorrect.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27472" y="376507"/>
            <a:ext cx="2603020" cy="2021815"/>
          </a:xfrm>
          <a:prstGeom prst="rect">
            <a:avLst/>
          </a:prstGeom>
        </p:spPr>
      </p:pic>
      <p:pic>
        <p:nvPicPr>
          <p:cNvPr id="6" name="Picture 5" descr="A computer with a screen on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85" y="4089910"/>
            <a:ext cx="2935317" cy="2114370"/>
          </a:xfrm>
          <a:prstGeom prst="rect">
            <a:avLst/>
          </a:prstGeom>
        </p:spPr>
      </p:pic>
      <p:pic>
        <p:nvPicPr>
          <p:cNvPr id="7" name="Picture 6" descr="A black computer tower with a logo&#10;&#10;AI-generated content may be incorrect."/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29628" y="3736495"/>
            <a:ext cx="1937349" cy="2619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2747" y="208921"/>
            <a:ext cx="3410129" cy="30327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228886"/>
            <a:ext cx="11109745" cy="702153"/>
          </a:xfrm>
          <a:prstGeom prst="rect">
            <a:avLst/>
          </a:prstGeom>
        </p:spPr>
      </p:pic>
      <p:pic>
        <p:nvPicPr>
          <p:cNvPr id="6" name="Picture 5" descr="A white cloud with black text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090" y="4171951"/>
            <a:ext cx="6997819" cy="2209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8886" y="382701"/>
            <a:ext cx="2835722" cy="722645"/>
          </a:xfrm>
        </p:spPr>
        <p:txBody>
          <a:bodyPr/>
          <a:lstStyle/>
          <a:p>
            <a:r>
              <a:rPr lang="en-GB" dirty="0"/>
              <a:t>SERVERS</a:t>
            </a:r>
            <a:endParaRPr lang="en-GB" dirty="0"/>
          </a:p>
        </p:txBody>
      </p:sp>
      <p:pic>
        <p:nvPicPr>
          <p:cNvPr id="3" name="Picture 2" descr="A computer tower icon in a squar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0702" y="2351507"/>
            <a:ext cx="2710671" cy="26581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4" y="1478016"/>
            <a:ext cx="5156439" cy="1960352"/>
          </a:xfrm>
          <a:prstGeom prst="rect">
            <a:avLst/>
          </a:prstGeom>
        </p:spPr>
      </p:pic>
      <p:pic>
        <p:nvPicPr>
          <p:cNvPr id="5" name="Picture 4" descr="A close up of a computer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787" y="4035635"/>
            <a:ext cx="5780237" cy="1446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61" y="4965220"/>
            <a:ext cx="10541837" cy="158582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Picture 3" descr="A computer tower icon in a square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39381" y="3702978"/>
            <a:ext cx="2955086" cy="1623024"/>
          </a:xfrm>
          <a:prstGeom prst="rect">
            <a:avLst/>
          </a:prstGeom>
        </p:spPr>
      </p:pic>
      <p:pic>
        <p:nvPicPr>
          <p:cNvPr id="10" name="Picture 9" descr="A close up of a sign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94" y="2017773"/>
            <a:ext cx="10370567" cy="139909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350" y="2011483"/>
            <a:ext cx="1257300" cy="59216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90936" y="395827"/>
            <a:ext cx="3136958" cy="1825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150" y="282060"/>
            <a:ext cx="6473194" cy="722645"/>
          </a:xfrm>
        </p:spPr>
        <p:txBody>
          <a:bodyPr>
            <a:normAutofit fontScale="90000"/>
          </a:bodyPr>
          <a:lstStyle/>
          <a:p>
            <a:r>
              <a:rPr lang="en-GB" dirty="0"/>
              <a:t>SEREVERS AND CLIENTS</a:t>
            </a:r>
            <a:endParaRPr lang="en-GB" dirty="0"/>
          </a:p>
        </p:txBody>
      </p:sp>
      <p:pic>
        <p:nvPicPr>
          <p:cNvPr id="3" name="Picture 2" descr="A black line on a white background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1507" y="2048236"/>
            <a:ext cx="6188194" cy="1913266"/>
          </a:xfrm>
          <a:prstGeom prst="rect">
            <a:avLst/>
          </a:prstGeom>
        </p:spPr>
      </p:pic>
      <p:sp>
        <p:nvSpPr>
          <p:cNvPr id="4" name="Arrow: Right 3"/>
          <p:cNvSpPr/>
          <p:nvPr/>
        </p:nvSpPr>
        <p:spPr>
          <a:xfrm>
            <a:off x="3777581" y="3878786"/>
            <a:ext cx="3623939" cy="196491"/>
          </a:xfrm>
          <a:prstGeom prst="rightArrow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306724" y="3388545"/>
            <a:ext cx="271929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sz="2400" dirty="0"/>
              <a:t>Give me</a:t>
            </a:r>
            <a:r>
              <a:rPr lang="en-GB" sz="2400" dirty="0">
                <a:latin typeface="Gabriola" panose="04040605051002020D02"/>
              </a:rPr>
              <a:t> image.jpg</a:t>
            </a:r>
            <a:endParaRPr lang="en-GB" sz="2400" dirty="0">
              <a:latin typeface="Gabriola" panose="04040605051002020D02"/>
            </a:endParaRPr>
          </a:p>
        </p:txBody>
      </p:sp>
      <p:sp>
        <p:nvSpPr>
          <p:cNvPr id="7" name="Arrow: Left 6"/>
          <p:cNvSpPr/>
          <p:nvPr/>
        </p:nvSpPr>
        <p:spPr>
          <a:xfrm>
            <a:off x="3782654" y="4601882"/>
            <a:ext cx="3616047" cy="18380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4908317" y="4237092"/>
            <a:ext cx="23607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dirty="0"/>
              <a:t>Here you are</a:t>
            </a:r>
            <a:endParaRPr lang="en-GB" dirty="0"/>
          </a:p>
        </p:txBody>
      </p:sp>
      <p:pic>
        <p:nvPicPr>
          <p:cNvPr id="9" name="Picture 8" descr="Five Logo Files Every Business Should Have! - Firefly New Media UK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03341" y="1200958"/>
            <a:ext cx="839998" cy="1048649"/>
          </a:xfrm>
          <a:prstGeom prst="rect">
            <a:avLst/>
          </a:prstGeom>
        </p:spPr>
      </p:pic>
      <p:pic>
        <p:nvPicPr>
          <p:cNvPr id="5" name="Picture 4" descr="A blue and black sign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1986" y="2237297"/>
            <a:ext cx="1495425" cy="514350"/>
          </a:xfrm>
          <a:prstGeom prst="rect">
            <a:avLst/>
          </a:prstGeom>
        </p:spPr>
      </p:pic>
      <p:sp>
        <p:nvSpPr>
          <p:cNvPr id="10" name="Rectangle: Rounded Corners 9"/>
          <p:cNvSpPr/>
          <p:nvPr/>
        </p:nvSpPr>
        <p:spPr>
          <a:xfrm>
            <a:off x="8728973" y="2271623"/>
            <a:ext cx="1405466" cy="4910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831580" y="2229485"/>
            <a:ext cx="1303020" cy="521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/>
            <a:r>
              <a:rPr lang="en-GB" sz="2800" b="1" dirty="0">
                <a:latin typeface="Century Gothic" panose="020B0502020202020204" charset="0"/>
                <a:cs typeface="Century Gothic" panose="020B0502020202020204" charset="0"/>
              </a:rPr>
              <a:t>server</a:t>
            </a:r>
            <a:endParaRPr lang="en-GB" sz="2800" b="1" dirty="0"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44427 0.00231481 " pathEditMode="relative" ptsTypes="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 animBg="1"/>
      <p:bldP spid="6" grpId="1"/>
      <p:bldP spid="4" grpId="1" animBg="1"/>
      <p:bldP spid="8" grpId="0"/>
      <p:bldP spid="7" grpId="0" animBg="1"/>
      <p:bldP spid="8" grpId="1"/>
      <p:bldP spid="7" grpId="1" animBg="1"/>
      <p:bldP spid="10" grpId="0" animBg="1"/>
      <p:bldP spid="12" grpId="0"/>
      <p:bldP spid="10" grpId="1" animBg="1"/>
      <p:bldP spid="1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2851150" y="282060"/>
            <a:ext cx="6473194" cy="722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SEREVERS AND CLIENTS</a:t>
            </a:r>
            <a:endParaRPr lang="en-GB" dirty="0"/>
          </a:p>
        </p:txBody>
      </p:sp>
      <p:pic>
        <p:nvPicPr>
          <p:cNvPr id="7" name="Picture 6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6068" y="2394280"/>
            <a:ext cx="1454808" cy="1364950"/>
          </a:xfrm>
          <a:prstGeom prst="rect">
            <a:avLst/>
          </a:prstGeom>
        </p:spPr>
      </p:pic>
      <p:pic>
        <p:nvPicPr>
          <p:cNvPr id="8" name="Picture 7" descr="A red and white sign with a rectangular object&#10;&#10;AI-generated content may be incorrect."/>
          <p:cNvPicPr>
            <a:picLocks noChangeAspect="1"/>
          </p:cNvPicPr>
          <p:nvPr/>
        </p:nvPicPr>
        <p:blipFill>
          <a:blip r:embed="rId3">
            <a:lum contrast="42000"/>
          </a:blip>
          <a:stretch>
            <a:fillRect/>
          </a:stretch>
        </p:blipFill>
        <p:spPr>
          <a:xfrm>
            <a:off x="8427468" y="2401019"/>
            <a:ext cx="1389931" cy="1351472"/>
          </a:xfrm>
          <a:prstGeom prst="rect">
            <a:avLst/>
          </a:prstGeom>
        </p:spPr>
      </p:pic>
      <p:cxnSp>
        <p:nvCxnSpPr>
          <p:cNvPr id="2" name="Straight Arrow Connector 1"/>
          <p:cNvCxnSpPr/>
          <p:nvPr/>
        </p:nvCxnSpPr>
        <p:spPr>
          <a:xfrm>
            <a:off x="2692231" y="3035314"/>
            <a:ext cx="5735156" cy="564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HD Youtube YT Triangle Symbol Logo Icon ...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9969" y="2127400"/>
            <a:ext cx="1021692" cy="978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21740" y="3898900"/>
            <a:ext cx="1998345" cy="3683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b="1" dirty="0"/>
              <a:t>Your computer</a:t>
            </a:r>
            <a:endParaRPr lang="en-GB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303895" y="3979545"/>
            <a:ext cx="1896745" cy="2895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YouTube SERVER</a:t>
            </a:r>
            <a:endParaRPr lang="en-US" sz="1400" b="1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779058" y="4601882"/>
            <a:ext cx="5662705" cy="298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2823036" y="5213342"/>
            <a:ext cx="5604068" cy="293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1360" y="4620768"/>
            <a:ext cx="351061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</a:rPr>
              <a:t>Give me the video, please</a:t>
            </a:r>
            <a:endParaRPr lang="en-GB" b="1" dirty="0">
              <a:solidFill>
                <a:srgbClr val="00B05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87736" y="5425900"/>
            <a:ext cx="17565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Here you are.</a:t>
            </a:r>
            <a:endParaRPr lang="en-GB" b="1" dirty="0">
              <a:solidFill>
                <a:srgbClr val="FF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500880" y="2143760"/>
            <a:ext cx="2142490" cy="2142490"/>
            <a:chOff x="7088" y="3376"/>
            <a:chExt cx="3374" cy="3374"/>
          </a:xfrm>
        </p:grpSpPr>
        <p:sp>
          <p:nvSpPr>
            <p:cNvPr id="10" name="TextBox 9"/>
            <p:cNvSpPr txBox="1"/>
            <p:nvPr/>
          </p:nvSpPr>
          <p:spPr>
            <a:xfrm>
              <a:off x="7652" y="5896"/>
              <a:ext cx="2602" cy="58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r>
                <a:rPr lang="en-GB" b="1" dirty="0">
                  <a:solidFill>
                    <a:srgbClr val="0070C0"/>
                  </a:solidFill>
                </a:rPr>
                <a:t>INTERNET</a:t>
              </a:r>
              <a:endParaRPr lang="en-GB" b="1" dirty="0">
                <a:solidFill>
                  <a:srgbClr val="0070C0"/>
                </a:solidFill>
              </a:endParaRPr>
            </a:p>
          </p:txBody>
        </p:sp>
        <p:pic>
          <p:nvPicPr>
            <p:cNvPr id="9" name="Picture 8" descr="internet, sky, shape, storage, Brand ...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88" y="3376"/>
              <a:ext cx="3375" cy="337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1406 -0.00231481 " pathEditMode="relative" ptsTypes="">
                                      <p:cBhvr>
                                        <p:cTn id="3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660" y="766943"/>
            <a:ext cx="10370567" cy="139909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 descr="A black text on a white background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74" y="2406051"/>
            <a:ext cx="10541837" cy="158582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 descr="A close up of a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91" y="4457072"/>
            <a:ext cx="10534648" cy="14088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006" y="492065"/>
            <a:ext cx="1285875" cy="75553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5070" y="167005"/>
            <a:ext cx="1748790" cy="751205"/>
          </a:xfrm>
        </p:spPr>
        <p:txBody>
          <a:bodyPr>
            <a:normAutofit fontScale="90000"/>
          </a:bodyPr>
          <a:lstStyle/>
          <a:p>
            <a:r>
              <a:rPr lang="en-GB" dirty="0"/>
              <a:t>switch</a:t>
            </a:r>
            <a:endParaRPr lang="en-GB" dirty="0"/>
          </a:p>
        </p:txBody>
      </p:sp>
      <p:sp>
        <p:nvSpPr>
          <p:cNvPr id="3" name="Rectangle: Rounded Corners 2"/>
          <p:cNvSpPr/>
          <p:nvPr/>
        </p:nvSpPr>
        <p:spPr>
          <a:xfrm>
            <a:off x="299951" y="1703294"/>
            <a:ext cx="3643109" cy="369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/>
          <p:cNvSpPr/>
          <p:nvPr/>
        </p:nvSpPr>
        <p:spPr>
          <a:xfrm>
            <a:off x="7862441" y="1717669"/>
            <a:ext cx="3643109" cy="36935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294" y="2077978"/>
            <a:ext cx="951601" cy="919252"/>
          </a:xfrm>
          <a:prstGeom prst="rect">
            <a:avLst/>
          </a:prstGeom>
        </p:spPr>
      </p:pic>
      <p:pic>
        <p:nvPicPr>
          <p:cNvPr id="8" name="Picture 7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544" y="4013171"/>
            <a:ext cx="965978" cy="933629"/>
          </a:xfrm>
          <a:prstGeom prst="rect">
            <a:avLst/>
          </a:prstGeom>
        </p:spPr>
      </p:pic>
      <p:pic>
        <p:nvPicPr>
          <p:cNvPr id="10" name="Picture 9" descr="A grey rectangular object with a black background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82315" y="4012002"/>
            <a:ext cx="1201408" cy="1033732"/>
          </a:xfrm>
          <a:prstGeom prst="rect">
            <a:avLst/>
          </a:prstGeom>
        </p:spPr>
      </p:pic>
      <p:pic>
        <p:nvPicPr>
          <p:cNvPr id="12" name="Picture 11" descr="A grey rectangular object with a black background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76564" y="2079685"/>
            <a:ext cx="1215785" cy="1076864"/>
          </a:xfrm>
          <a:prstGeom prst="rect">
            <a:avLst/>
          </a:prstGeom>
        </p:spPr>
      </p:pic>
      <p:cxnSp>
        <p:nvCxnSpPr>
          <p:cNvPr id="23" name="Straight Arrow Connector 22"/>
          <p:cNvCxnSpPr/>
          <p:nvPr/>
        </p:nvCxnSpPr>
        <p:spPr>
          <a:xfrm flipH="1" flipV="1">
            <a:off x="2603461" y="3748373"/>
            <a:ext cx="367665" cy="818515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Cisco Catalyst 9200 Series Switches - Nexstor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20552" y="2629619"/>
            <a:ext cx="3533954" cy="3122762"/>
          </a:xfrm>
          <a:prstGeom prst="rect">
            <a:avLst/>
          </a:prstGeom>
        </p:spPr>
      </p:pic>
      <p:pic>
        <p:nvPicPr>
          <p:cNvPr id="22" name="Picture 21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7888" y="4481873"/>
            <a:ext cx="965978" cy="933629"/>
          </a:xfrm>
          <a:prstGeom prst="rect">
            <a:avLst/>
          </a:prstGeom>
        </p:spPr>
      </p:pic>
      <p:pic>
        <p:nvPicPr>
          <p:cNvPr id="24" name="Picture 23" descr="Printer - Free technology icon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7795" y="1812986"/>
            <a:ext cx="974785" cy="816636"/>
          </a:xfrm>
          <a:prstGeom prst="rect">
            <a:avLst/>
          </a:prstGeom>
        </p:spPr>
      </p:pic>
      <p:cxnSp>
        <p:nvCxnSpPr>
          <p:cNvPr id="25" name="Straight Arrow Connector 24"/>
          <p:cNvCxnSpPr/>
          <p:nvPr/>
        </p:nvCxnSpPr>
        <p:spPr>
          <a:xfrm flipV="1">
            <a:off x="2577773" y="2420984"/>
            <a:ext cx="16510" cy="805180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1327150" y="2555240"/>
            <a:ext cx="9054465" cy="1705610"/>
            <a:chOff x="2090" y="4024"/>
            <a:chExt cx="14259" cy="2686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14973" y="5692"/>
              <a:ext cx="1377" cy="89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V="1">
              <a:off x="14995" y="4024"/>
              <a:ext cx="1331" cy="1193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12" descr="Caribbean blue switch icon - Free caribbean blue computer hardware icons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094" y="4822"/>
              <a:ext cx="1133" cy="1179"/>
            </a:xfrm>
            <a:prstGeom prst="rect">
              <a:avLst/>
            </a:prstGeom>
          </p:spPr>
        </p:pic>
        <p:cxnSp>
          <p:nvCxnSpPr>
            <p:cNvPr id="17" name="Straight Arrow Connector 16"/>
            <p:cNvCxnSpPr/>
            <p:nvPr/>
          </p:nvCxnSpPr>
          <p:spPr>
            <a:xfrm flipV="1">
              <a:off x="2090" y="5812"/>
              <a:ext cx="1558" cy="899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2090" y="4243"/>
              <a:ext cx="1377" cy="890"/>
            </a:xfrm>
            <a:prstGeom prst="straightConnector1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 descr="Caribbean blue switch icon - Free caribbean blue computer hardware icons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39" y="4912"/>
              <a:ext cx="1088" cy="1088"/>
            </a:xfrm>
            <a:prstGeom prst="rect">
              <a:avLst/>
            </a:prstGeom>
          </p:spPr>
        </p:pic>
      </p:grpSp>
      <p:sp>
        <p:nvSpPr>
          <p:cNvPr id="26" name="Arrow: Right 25"/>
          <p:cNvSpPr/>
          <p:nvPr/>
        </p:nvSpPr>
        <p:spPr>
          <a:xfrm rot="2220000">
            <a:off x="1300521" y="2999093"/>
            <a:ext cx="725069" cy="269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Right 26"/>
          <p:cNvSpPr/>
          <p:nvPr/>
        </p:nvSpPr>
        <p:spPr>
          <a:xfrm rot="8820000">
            <a:off x="1458671" y="4091771"/>
            <a:ext cx="725069" cy="2695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2793999" y="3451411"/>
            <a:ext cx="6170705" cy="1494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internet, sky, shape, storage, Brand ...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8778" y="2343061"/>
            <a:ext cx="2143125" cy="2143125"/>
          </a:xfrm>
          <a:prstGeom prst="rect">
            <a:avLst/>
          </a:prstGeom>
        </p:spPr>
      </p:pic>
      <p:pic>
        <p:nvPicPr>
          <p:cNvPr id="31" name="Picture 30" descr="Incorrect icon SVG Vector &amp; PNG Free Download | UXWing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7342" y="3095445"/>
            <a:ext cx="877918" cy="796506"/>
          </a:xfrm>
          <a:prstGeom prst="rect">
            <a:avLst/>
          </a:prstGeom>
        </p:spPr>
      </p:pic>
      <p:pic>
        <p:nvPicPr>
          <p:cNvPr id="32" name="Picture 31" descr="Incorrect icon SVG Vector &amp; PNG Free Download | UXWing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0436" y="3124199"/>
            <a:ext cx="877918" cy="796506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4530" y="1149350"/>
            <a:ext cx="2540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Tripoli branch</a:t>
            </a:r>
            <a:endParaRPr lang="en-US" sz="2400" b="1"/>
          </a:p>
        </p:txBody>
      </p:sp>
      <p:sp>
        <p:nvSpPr>
          <p:cNvPr id="7" name="Text Box 6"/>
          <p:cNvSpPr txBox="1"/>
          <p:nvPr/>
        </p:nvSpPr>
        <p:spPr>
          <a:xfrm>
            <a:off x="8345805" y="1161415"/>
            <a:ext cx="2677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/>
              <a:t>cairo branch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65" fill="hold" display="1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  <p:bldP spid="27" grpId="1" animBg="1"/>
      <p:bldP spid="26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5165905" y="497720"/>
            <a:ext cx="2073722" cy="751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switch</a:t>
            </a:r>
            <a:endParaRPr lang="en-GB" dirty="0"/>
          </a:p>
        </p:txBody>
      </p:sp>
      <p:pic>
        <p:nvPicPr>
          <p:cNvPr id="5" name="Picture 4" descr="Cisco - C9200L-24P-4G-E - Switch Catalyst 9200 | Paykobo.com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1156" y="1402134"/>
            <a:ext cx="5503651" cy="2759769"/>
          </a:xfrm>
          <a:prstGeom prst="rect">
            <a:avLst/>
          </a:prstGeom>
        </p:spPr>
      </p:pic>
      <p:pic>
        <p:nvPicPr>
          <p:cNvPr id="6" name="Picture 5" descr="Cisco Catalyst 3650-24PD-S-Switch - Cisco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52890" y="1507486"/>
            <a:ext cx="4957313" cy="2534687"/>
          </a:xfrm>
          <a:prstGeom prst="rect">
            <a:avLst/>
          </a:prstGeom>
        </p:spPr>
      </p:pic>
      <p:pic>
        <p:nvPicPr>
          <p:cNvPr id="7" name="Picture 6" descr="Black text on a white background&#10;&#10;AI-generated content may be incorrect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14" y="3706483"/>
            <a:ext cx="12046609" cy="27662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99951" y="1530766"/>
            <a:ext cx="3643109" cy="369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/>
          <p:cNvSpPr/>
          <p:nvPr/>
        </p:nvSpPr>
        <p:spPr>
          <a:xfrm>
            <a:off x="7862441" y="1717669"/>
            <a:ext cx="3643109" cy="36935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294" y="2077978"/>
            <a:ext cx="951601" cy="919252"/>
          </a:xfrm>
          <a:prstGeom prst="rect">
            <a:avLst/>
          </a:prstGeom>
        </p:spPr>
      </p:pic>
      <p:pic>
        <p:nvPicPr>
          <p:cNvPr id="9" name="Picture 8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544" y="3840643"/>
            <a:ext cx="965978" cy="933629"/>
          </a:xfrm>
          <a:prstGeom prst="rect">
            <a:avLst/>
          </a:prstGeom>
        </p:spPr>
      </p:pic>
      <p:pic>
        <p:nvPicPr>
          <p:cNvPr id="11" name="Picture 10" descr="A grey rectangular object with a black background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82315" y="4012002"/>
            <a:ext cx="1201408" cy="1033732"/>
          </a:xfrm>
          <a:prstGeom prst="rect">
            <a:avLst/>
          </a:prstGeom>
        </p:spPr>
      </p:pic>
      <p:pic>
        <p:nvPicPr>
          <p:cNvPr id="13" name="Picture 12" descr="A grey rectangular object with a black background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76564" y="2079685"/>
            <a:ext cx="1215785" cy="1076864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>
            <a:off x="9507661" y="3614353"/>
            <a:ext cx="874200" cy="56522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9522038" y="2554939"/>
            <a:ext cx="845446" cy="757489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Caribbean blue switch icon - Free caribbean blue computer hardware ic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9455" y="3061927"/>
            <a:ext cx="719767" cy="748522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>
          <a:xfrm flipV="1">
            <a:off x="1326943" y="3518221"/>
            <a:ext cx="989219" cy="570585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326943" y="2694202"/>
            <a:ext cx="874200" cy="56522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Caribbean blue switch icon - Free caribbean blue computer hardware ic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210" y="3119437"/>
            <a:ext cx="691012" cy="691012"/>
          </a:xfrm>
          <a:prstGeom prst="rect">
            <a:avLst/>
          </a:prstGeom>
        </p:spPr>
      </p:pic>
      <p:cxnSp>
        <p:nvCxnSpPr>
          <p:cNvPr id="27" name="Straight Arrow Connector 26"/>
          <p:cNvCxnSpPr/>
          <p:nvPr/>
        </p:nvCxnSpPr>
        <p:spPr>
          <a:xfrm>
            <a:off x="2793999" y="3451411"/>
            <a:ext cx="6170705" cy="14941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 descr="internet, sky, shape, storage, Brand ...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8778" y="2343061"/>
            <a:ext cx="2143125" cy="2143125"/>
          </a:xfrm>
          <a:prstGeom prst="rect">
            <a:avLst/>
          </a:prstGeom>
        </p:spPr>
      </p:pic>
      <p:pic>
        <p:nvPicPr>
          <p:cNvPr id="59" name="Picture 58" descr="Router Icon | Cisco Networking Iconpack | Yudha Agung Pribadi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2323" y="3035060"/>
            <a:ext cx="888523" cy="845390"/>
          </a:xfrm>
          <a:prstGeom prst="rect">
            <a:avLst/>
          </a:prstGeom>
        </p:spPr>
      </p:pic>
      <p:pic>
        <p:nvPicPr>
          <p:cNvPr id="60" name="Picture 59" descr="Router Icon | Cisco Networking Iconpack | Yudha Agung Pribadi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7341" y="3035059"/>
            <a:ext cx="888523" cy="845390"/>
          </a:xfrm>
          <a:prstGeom prst="rect">
            <a:avLst/>
          </a:prstGeom>
        </p:spPr>
      </p:pic>
      <p:sp>
        <p:nvSpPr>
          <p:cNvPr id="61" name="Arrow: Right 60"/>
          <p:cNvSpPr/>
          <p:nvPr/>
        </p:nvSpPr>
        <p:spPr>
          <a:xfrm rot="2100000">
            <a:off x="1534891" y="2594068"/>
            <a:ext cx="710128" cy="211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Arrow: Right 61"/>
          <p:cNvSpPr/>
          <p:nvPr/>
        </p:nvSpPr>
        <p:spPr>
          <a:xfrm rot="120000">
            <a:off x="2944091" y="3156545"/>
            <a:ext cx="551978" cy="168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Arrow: Right 62"/>
          <p:cNvSpPr/>
          <p:nvPr/>
        </p:nvSpPr>
        <p:spPr>
          <a:xfrm>
            <a:off x="4381608" y="3068521"/>
            <a:ext cx="494468" cy="254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Arrow: Right 63"/>
          <p:cNvSpPr/>
          <p:nvPr/>
        </p:nvSpPr>
        <p:spPr>
          <a:xfrm rot="-2460000">
            <a:off x="9586211" y="2550935"/>
            <a:ext cx="710128" cy="2114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Arrow: Right 64"/>
          <p:cNvSpPr/>
          <p:nvPr/>
        </p:nvSpPr>
        <p:spPr>
          <a:xfrm>
            <a:off x="8306626" y="3126030"/>
            <a:ext cx="537600" cy="1970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Arrow: Right 65"/>
          <p:cNvSpPr/>
          <p:nvPr/>
        </p:nvSpPr>
        <p:spPr>
          <a:xfrm>
            <a:off x="6969532" y="3126029"/>
            <a:ext cx="465713" cy="1539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Arrow: Left 66"/>
          <p:cNvSpPr/>
          <p:nvPr/>
        </p:nvSpPr>
        <p:spPr>
          <a:xfrm rot="-2400000">
            <a:off x="9344521" y="2382768"/>
            <a:ext cx="842625" cy="255691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Arrow: Left 67"/>
          <p:cNvSpPr/>
          <p:nvPr/>
        </p:nvSpPr>
        <p:spPr>
          <a:xfrm>
            <a:off x="8231178" y="2825572"/>
            <a:ext cx="612588" cy="298823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Arrow: Left 68"/>
          <p:cNvSpPr/>
          <p:nvPr/>
        </p:nvSpPr>
        <p:spPr>
          <a:xfrm>
            <a:off x="6822197" y="2839950"/>
            <a:ext cx="612588" cy="298823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Arrow: Left 69"/>
          <p:cNvSpPr/>
          <p:nvPr/>
        </p:nvSpPr>
        <p:spPr>
          <a:xfrm>
            <a:off x="4320536" y="2854327"/>
            <a:ext cx="612588" cy="298823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Arrow: Left 70"/>
          <p:cNvSpPr/>
          <p:nvPr/>
        </p:nvSpPr>
        <p:spPr>
          <a:xfrm>
            <a:off x="2897178" y="2839950"/>
            <a:ext cx="612588" cy="298823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Arrow: Left 71"/>
          <p:cNvSpPr/>
          <p:nvPr/>
        </p:nvSpPr>
        <p:spPr>
          <a:xfrm rot="2160000">
            <a:off x="1761366" y="2336742"/>
            <a:ext cx="612588" cy="298823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4925683" y="641230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400" b="1" dirty="0">
                <a:latin typeface="Google Sans"/>
                <a:hlinkClick r:id="rId10"/>
              </a:rPr>
              <a:t>Router</a:t>
            </a:r>
            <a:endParaRPr lang="en-US" sz="4400" b="1" dirty="0">
              <a:latin typeface="Google Sans"/>
              <a:hlinkClick r:id="rId1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  <p:bldP spid="65" grpId="0" animBg="1"/>
      <p:bldP spid="64" grpId="0" animBg="1"/>
      <p:bldP spid="61" grpId="1" animBg="1"/>
      <p:bldP spid="62" grpId="1" animBg="1"/>
      <p:bldP spid="63" grpId="1" animBg="1"/>
      <p:bldP spid="65" grpId="1" animBg="1"/>
      <p:bldP spid="64" grpId="1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67" grpId="1" animBg="1"/>
      <p:bldP spid="68" grpId="1" animBg="1"/>
      <p:bldP spid="69" grpId="1" animBg="1"/>
      <p:bldP spid="70" grpId="1" animBg="1"/>
      <p:bldP spid="71" grpId="1" animBg="1"/>
      <p:bldP spid="72" grpId="1" animBg="1"/>
      <p:bldP spid="66" grpId="0" animBg="1"/>
      <p:bldP spid="66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25683" y="253041"/>
            <a:ext cx="2124974" cy="768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400" b="1" dirty="0">
                <a:latin typeface="Century Gothic" panose="020B0502020202020204" charset="0"/>
                <a:cs typeface="Century Gothic" panose="020B0502020202020204" charset="0"/>
                <a:hlinkClick r:id="rId1"/>
              </a:rPr>
              <a:t>Router</a:t>
            </a:r>
            <a:endParaRPr lang="en-US" sz="4400" b="1" dirty="0">
              <a:latin typeface="Century Gothic" panose="020B0502020202020204" charset="0"/>
              <a:cs typeface="Century Gothic" panose="020B0502020202020204" charset="0"/>
              <a:hlinkClick r:id="rId1"/>
            </a:endParaRPr>
          </a:p>
        </p:txBody>
      </p:sp>
      <p:pic>
        <p:nvPicPr>
          <p:cNvPr id="5" name="Picture 4" descr="Cisco 1000 Series Integrated Services ..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0846" y="1338083"/>
            <a:ext cx="3380836" cy="1522023"/>
          </a:xfrm>
          <a:prstGeom prst="rect">
            <a:avLst/>
          </a:prstGeom>
        </p:spPr>
      </p:pic>
      <p:pic>
        <p:nvPicPr>
          <p:cNvPr id="6" name="Picture 5" descr="Cisco Integrated Service Router ISR ...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39599" y="1535862"/>
            <a:ext cx="2932802" cy="1543408"/>
          </a:xfrm>
          <a:prstGeom prst="rect">
            <a:avLst/>
          </a:prstGeom>
        </p:spPr>
      </p:pic>
      <p:pic>
        <p:nvPicPr>
          <p:cNvPr id="7" name="Picture 6" descr="Cisco 900 Integrated Services Router ...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8651" y="1540804"/>
            <a:ext cx="3048358" cy="1317865"/>
          </a:xfrm>
          <a:prstGeom prst="rect">
            <a:avLst/>
          </a:prstGeom>
        </p:spPr>
      </p:pic>
      <p:pic>
        <p:nvPicPr>
          <p:cNvPr id="8" name="Picture 7" descr="A close-up of black text&#10;&#10;AI-generated content may be incorrect.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07" y="3429090"/>
            <a:ext cx="11039474" cy="2961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/>
          <p:cNvSpPr/>
          <p:nvPr/>
        </p:nvSpPr>
        <p:spPr>
          <a:xfrm>
            <a:off x="299951" y="1530766"/>
            <a:ext cx="3211789" cy="367919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/>
          <p:cNvSpPr/>
          <p:nvPr/>
        </p:nvSpPr>
        <p:spPr>
          <a:xfrm>
            <a:off x="8063724" y="1717669"/>
            <a:ext cx="3930656" cy="369357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294" y="2077978"/>
            <a:ext cx="951601" cy="919252"/>
          </a:xfrm>
          <a:prstGeom prst="rect">
            <a:avLst/>
          </a:prstGeom>
        </p:spPr>
      </p:pic>
      <p:pic>
        <p:nvPicPr>
          <p:cNvPr id="10" name="Picture 9" descr="A black and white square with a square in the middle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4544" y="3840643"/>
            <a:ext cx="965978" cy="933629"/>
          </a:xfrm>
          <a:prstGeom prst="rect">
            <a:avLst/>
          </a:prstGeom>
        </p:spPr>
      </p:pic>
      <p:pic>
        <p:nvPicPr>
          <p:cNvPr id="12" name="Picture 11" descr="A grey rectangular object with a black background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6768" y="4012002"/>
            <a:ext cx="1201408" cy="1033732"/>
          </a:xfrm>
          <a:prstGeom prst="rect">
            <a:avLst/>
          </a:prstGeom>
        </p:spPr>
      </p:pic>
      <p:pic>
        <p:nvPicPr>
          <p:cNvPr id="14" name="Picture 13" descr="A grey rectangular object with a black background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51017" y="1993421"/>
            <a:ext cx="1215785" cy="1076864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10068378" y="3542466"/>
            <a:ext cx="874200" cy="56522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9996491" y="2669958"/>
            <a:ext cx="845446" cy="757489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326943" y="3518221"/>
            <a:ext cx="989219" cy="570585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326943" y="2694202"/>
            <a:ext cx="874200" cy="565227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 descr="Caribbean blue switch icon - Free caribbean blue computer hardware ic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0210" y="3119437"/>
            <a:ext cx="691012" cy="691012"/>
          </a:xfrm>
          <a:prstGeom prst="rect">
            <a:avLst/>
          </a:prstGeom>
        </p:spPr>
      </p:pic>
      <p:cxnSp>
        <p:nvCxnSpPr>
          <p:cNvPr id="28" name="Straight Arrow Connector 27"/>
          <p:cNvCxnSpPr/>
          <p:nvPr/>
        </p:nvCxnSpPr>
        <p:spPr>
          <a:xfrm>
            <a:off x="2822753" y="3437034"/>
            <a:ext cx="7105233" cy="101204"/>
          </a:xfrm>
          <a:prstGeom prst="straightConnector1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Router Icon | Cisco Networking Iconpack | Yudha Agung Pribadi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71002" y="3049437"/>
            <a:ext cx="888523" cy="845390"/>
          </a:xfrm>
          <a:prstGeom prst="rect">
            <a:avLst/>
          </a:prstGeom>
        </p:spPr>
      </p:pic>
      <p:pic>
        <p:nvPicPr>
          <p:cNvPr id="30" name="Picture 29" descr="internet, sky, shape, storage, Brand ...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8778" y="2343061"/>
            <a:ext cx="2143125" cy="2143125"/>
          </a:xfrm>
          <a:prstGeom prst="rect">
            <a:avLst/>
          </a:prstGeom>
        </p:spPr>
      </p:pic>
      <p:pic>
        <p:nvPicPr>
          <p:cNvPr id="34" name="Picture 33" descr="Router Icon | Cisco Networking Iconpack | Yudha Agung Pribadi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8624" y="3078191"/>
            <a:ext cx="888523" cy="845390"/>
          </a:xfrm>
          <a:prstGeom prst="rect">
            <a:avLst/>
          </a:prstGeom>
        </p:spPr>
      </p:pic>
      <p:cxnSp>
        <p:nvCxnSpPr>
          <p:cNvPr id="36" name="Straight Arrow Connector 35"/>
          <p:cNvCxnSpPr/>
          <p:nvPr/>
        </p:nvCxnSpPr>
        <p:spPr>
          <a:xfrm>
            <a:off x="5961529" y="3854823"/>
            <a:ext cx="14941" cy="1344705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 descr="Cyber attack - Free security icons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68852" y="5046002"/>
            <a:ext cx="1639918" cy="1625541"/>
          </a:xfrm>
          <a:prstGeom prst="rect">
            <a:avLst/>
          </a:prstGeom>
        </p:spPr>
      </p:pic>
      <p:pic>
        <p:nvPicPr>
          <p:cNvPr id="39" name="Picture 38" descr="Firewall Icon Vector Art &amp; Graphics ...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5493" y="2831890"/>
            <a:ext cx="1266107" cy="1165465"/>
          </a:xfrm>
          <a:prstGeom prst="rect">
            <a:avLst/>
          </a:prstGeom>
        </p:spPr>
      </p:pic>
      <p:pic>
        <p:nvPicPr>
          <p:cNvPr id="40" name="Picture 39" descr="Firewall Icon Vector Art &amp; Graphics ...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47531" y="2831890"/>
            <a:ext cx="1050447" cy="1237351"/>
          </a:xfrm>
          <a:prstGeom prst="rect">
            <a:avLst/>
          </a:prstGeom>
        </p:spPr>
      </p:pic>
      <p:pic>
        <p:nvPicPr>
          <p:cNvPr id="20" name="Picture 19" descr="Caribbean blue switch icon - Free caribbean blue computer hardware ic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2096" y="3047550"/>
            <a:ext cx="719767" cy="7485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808855" y="394335"/>
            <a:ext cx="2820035" cy="768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400" b="1" dirty="0">
                <a:latin typeface="Century Gothic" panose="020B0502020202020204" charset="0"/>
                <a:cs typeface="Century Gothic" panose="020B0502020202020204" charset="0"/>
                <a:hlinkClick r:id="rId14"/>
              </a:rPr>
              <a:t>Firewall</a:t>
            </a:r>
            <a:endParaRPr lang="en-US" sz="4400" b="1" dirty="0">
              <a:latin typeface="Century Gothic" panose="020B0502020202020204" charset="0"/>
              <a:cs typeface="Century Gothic" panose="020B0502020202020204" charset="0"/>
              <a:hlinkClick r:id="rId1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83192" y="454325"/>
            <a:ext cx="2239993" cy="7683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4400" b="1" dirty="0">
                <a:latin typeface="Century Gothic" panose="020B0502020202020204" charset="0"/>
                <a:cs typeface="Century Gothic" panose="020B0502020202020204" charset="0"/>
                <a:hlinkClick r:id="rId1"/>
              </a:rPr>
              <a:t>Firewall</a:t>
            </a:r>
            <a:endParaRPr lang="en-US" sz="4400" b="1" dirty="0">
              <a:latin typeface="Century Gothic" panose="020B0502020202020204" charset="0"/>
              <a:cs typeface="Century Gothic" panose="020B0502020202020204" charset="0"/>
              <a:hlinkClick r:id="rId1"/>
            </a:endParaRPr>
          </a:p>
        </p:txBody>
      </p:sp>
      <p:pic>
        <p:nvPicPr>
          <p:cNvPr id="4" name="Picture 3" descr="Cisco ASA 5500-X with FirePOWER ...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9909" y="950704"/>
            <a:ext cx="3769203" cy="1520405"/>
          </a:xfrm>
          <a:prstGeom prst="rect">
            <a:avLst/>
          </a:prstGeom>
        </p:spPr>
      </p:pic>
      <p:pic>
        <p:nvPicPr>
          <p:cNvPr id="5" name="Picture 4" descr="Cisco Firepower 2100 Series - Cisco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1491" y="1214169"/>
            <a:ext cx="4238265" cy="1712342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68" y="3340579"/>
            <a:ext cx="11230513" cy="33254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words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390" y="893285"/>
            <a:ext cx="11683220" cy="50714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qrcode_247647293_1c7802ea26720125674f15097c6d0b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7575" y="908050"/>
            <a:ext cx="5451475" cy="54514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 rot="18780000">
            <a:off x="-70485" y="1125855"/>
            <a:ext cx="3693795" cy="1413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unchcardVTI">
  <a:themeElements>
    <a:clrScheme name="AnalogousFromDarkSeedLeftStep">
      <a:dk1>
        <a:srgbClr val="000000"/>
      </a:dk1>
      <a:lt1>
        <a:srgbClr val="FFFFFF"/>
      </a:lt1>
      <a:dk2>
        <a:srgbClr val="34261D"/>
      </a:dk2>
      <a:lt2>
        <a:srgbClr val="E6E2E8"/>
      </a:lt2>
      <a:accent1>
        <a:srgbClr val="6CB246"/>
      </a:accent1>
      <a:accent2>
        <a:srgbClr val="91AB39"/>
      </a:accent2>
      <a:accent3>
        <a:srgbClr val="B4A047"/>
      </a:accent3>
      <a:accent4>
        <a:srgbClr val="B1693B"/>
      </a:accent4>
      <a:accent5>
        <a:srgbClr val="C34D4F"/>
      </a:accent5>
      <a:accent6>
        <a:srgbClr val="B13B6F"/>
      </a:accent6>
      <a:hlink>
        <a:srgbClr val="BF513F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322</Words>
  <Application>WPS Presentation</Application>
  <PresentationFormat>Widescreen</PresentationFormat>
  <Paragraphs>51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Arial</vt:lpstr>
      <vt:lpstr>SimSun</vt:lpstr>
      <vt:lpstr>Wingdings</vt:lpstr>
      <vt:lpstr>Century Gothic</vt:lpstr>
      <vt:lpstr>Neue Haas Grotesk Text Pro</vt:lpstr>
      <vt:lpstr>Segoe Print</vt:lpstr>
      <vt:lpstr>Aldhabi</vt:lpstr>
      <vt:lpstr>Microsoft YaHei</vt:lpstr>
      <vt:lpstr>Arial Unicode MS</vt:lpstr>
      <vt:lpstr>Calibri</vt:lpstr>
      <vt:lpstr>Gabriola</vt:lpstr>
      <vt:lpstr>Google Sans</vt:lpstr>
      <vt:lpstr>PunchcardVTI</vt:lpstr>
      <vt:lpstr>NETWORK DEVICES           lecture 1</vt:lpstr>
      <vt:lpstr>PowerPoint 演示文稿</vt:lpstr>
      <vt:lpstr>PowerPoint 演示文稿</vt:lpstr>
      <vt:lpstr>PowerPoint 演示文稿</vt:lpstr>
      <vt:lpstr>Computer Network</vt:lpstr>
      <vt:lpstr>BUILDING A NETWORK</vt:lpstr>
      <vt:lpstr>CLIENT</vt:lpstr>
      <vt:lpstr>PowerPoint 演示文稿</vt:lpstr>
      <vt:lpstr>SERVERS</vt:lpstr>
      <vt:lpstr>PowerPoint 演示文稿</vt:lpstr>
      <vt:lpstr>SEREVERS AND CLIENTS</vt:lpstr>
      <vt:lpstr>PowerPoint 演示文稿</vt:lpstr>
      <vt:lpstr>PowerPoint 演示文稿</vt:lpstr>
      <vt:lpstr>switch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husam zendah</cp:lastModifiedBy>
  <cp:revision>637</cp:revision>
  <dcterms:created xsi:type="dcterms:W3CDTF">2025-01-21T16:31:00Z</dcterms:created>
  <dcterms:modified xsi:type="dcterms:W3CDTF">2026-02-22T13:21:35Z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3AB718CAD5A84414989E15F841FB6FAB_12</vt:lpwstr>
  </property>
  <property fmtid="{D5CDD505-2E9C-101B-9397-08002B2CF9AE}" pid="3" name="KSOProductBuildVer">
    <vt:lpwstr>1033-12.2.0.23196</vt:lpwstr>
  </property>
</Properties>
</file>