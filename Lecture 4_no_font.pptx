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98" r:id="rId1"/>
  </p:sldMasterIdLst>
  <p:sldIdLst>
    <p:sldId id="256" r:id="rId2"/>
    <p:sldId id="282" r:id="rId3"/>
    <p:sldId id="283" r:id="rId4"/>
    <p:sldId id="284" r:id="rId5"/>
    <p:sldId id="288" r:id="rId6"/>
    <p:sldId id="278" r:id="rId7"/>
    <p:sldId id="261" r:id="rId8"/>
    <p:sldId id="262" r:id="rId9"/>
    <p:sldId id="279" r:id="rId10"/>
    <p:sldId id="265" r:id="rId11"/>
    <p:sldId id="266" r:id="rId12"/>
    <p:sldId id="267" r:id="rId13"/>
    <p:sldId id="280" r:id="rId14"/>
    <p:sldId id="26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269" r:id="rId28"/>
    <p:sldId id="281" r:id="rId29"/>
    <p:sldId id="270" r:id="rId30"/>
    <p:sldId id="271" r:id="rId31"/>
    <p:sldId id="272" r:id="rId32"/>
    <p:sldId id="273" r:id="rId33"/>
  </p:sldIdLst>
  <p:sldSz cx="9144000" cy="6858000" type="screen4x3"/>
  <p:notesSz cx="6858000" cy="9144000"/>
  <p:defaultTextStyle>
    <a:defPPr>
      <a:defRPr lang="ar-SA"/>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66"/>
    <a:srgbClr val="000066"/>
    <a:srgbClr val="C0C0C0"/>
    <a:srgbClr val="80808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4380"/>
    <p:restoredTop sz="94660"/>
  </p:normalViewPr>
  <p:slideViewPr>
    <p:cSldViewPr snapToObjects="1">
      <p:cViewPr>
        <p:scale>
          <a:sx n="100" d="100"/>
          <a:sy n="100" d="100"/>
        </p:scale>
        <p:origin x="-516" y="125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slide" Target="slides/slide25.xml" /><Relationship Id="rId3" Type="http://schemas.openxmlformats.org/officeDocument/2006/relationships/slide" Target="slides/slide2.xml" /><Relationship Id="rId21" Type="http://schemas.openxmlformats.org/officeDocument/2006/relationships/slide" Target="slides/slide20.xml" /><Relationship Id="rId34" Type="http://schemas.openxmlformats.org/officeDocument/2006/relationships/presProps" Target="presProps.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slide" Target="slides/slide28.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slide" Target="slides/slide31.xml" /><Relationship Id="rId37"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slide" Target="slides/slide30.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slideMaster" Target="../slideMasters/slideMaster1.xml" /><Relationship Id="rId1" Type="http://schemas.openxmlformats.org/officeDocument/2006/relationships/themeOverride" Target="../theme/themeOverride1.xml" /></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slideMaster" Target="../slideMasters/slideMaster1.xml" /><Relationship Id="rId1" Type="http://schemas.openxmlformats.org/officeDocument/2006/relationships/themeOverride" Target="../theme/themeOverride2.xml" /></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slideMaster" Target="../slideMasters/slideMaster1.xml" /><Relationship Id="rId1" Type="http://schemas.openxmlformats.org/officeDocument/2006/relationships/themeOverride" Target="../theme/themeOverride3.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 /><Relationship Id="rId2" Type="http://schemas.openxmlformats.org/officeDocument/2006/relationships/slideMaster" Target="../slideMasters/slideMaster1.xml" /><Relationship Id="rId1" Type="http://schemas.openxmlformats.org/officeDocument/2006/relationships/themeOverride" Target="../theme/themeOverride4.xml" /><Relationship Id="rId4" Type="http://schemas.openxmlformats.org/officeDocument/2006/relationships/image" Target="../media/image1.jpeg"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Right Triangle 1">
            <a:extLst>
              <a:ext uri="{FF2B5EF4-FFF2-40B4-BE49-F238E27FC236}">
                <a16:creationId xmlns:a16="http://schemas.microsoft.com/office/drawing/2014/main" id="{6365AD5F-BC41-7854-DFE4-2C8A45097302}"/>
              </a:ext>
            </a:extLst>
          </p:cNvPr>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grpSp>
        <p:nvGrpSpPr>
          <p:cNvPr id="3" name="Group 15">
            <a:extLst>
              <a:ext uri="{FF2B5EF4-FFF2-40B4-BE49-F238E27FC236}">
                <a16:creationId xmlns:a16="http://schemas.microsoft.com/office/drawing/2014/main" id="{329EF4BF-BD7A-E075-074B-67BA80790D54}"/>
              </a:ext>
            </a:extLst>
          </p:cNvPr>
          <p:cNvGrpSpPr>
            <a:grpSpLocks/>
          </p:cNvGrpSpPr>
          <p:nvPr/>
        </p:nvGrpSpPr>
        <p:grpSpPr bwMode="auto">
          <a:xfrm>
            <a:off x="-3175" y="4953000"/>
            <a:ext cx="9147175" cy="1911350"/>
            <a:chOff x="-3765" y="4832896"/>
            <a:chExt cx="9147765" cy="2032192"/>
          </a:xfrm>
        </p:grpSpPr>
        <p:sp>
          <p:nvSpPr>
            <p:cNvPr id="4" name="Freeform 15">
              <a:extLst>
                <a:ext uri="{FF2B5EF4-FFF2-40B4-BE49-F238E27FC236}">
                  <a16:creationId xmlns:a16="http://schemas.microsoft.com/office/drawing/2014/main" id="{AA53F92D-C41E-EA96-7D95-FD3057497077}"/>
                </a:ext>
              </a:extLst>
            </p:cNvPr>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5" name="Freeform 18">
              <a:extLst>
                <a:ext uri="{FF2B5EF4-FFF2-40B4-BE49-F238E27FC236}">
                  <a16:creationId xmlns:a16="http://schemas.microsoft.com/office/drawing/2014/main" id="{4B018ECA-89C4-35FF-BAF5-74D1FF37B2EA}"/>
                </a:ext>
              </a:extLst>
            </p:cNvPr>
            <p:cNvSpPr>
              <a:spLocks/>
            </p:cNvSpPr>
            <p:nvPr/>
          </p:nvSpPr>
          <p:spPr bwMode="auto">
            <a:xfrm>
              <a:off x="35926" y="5135025"/>
              <a:ext cx="9108074" cy="838869"/>
            </a:xfrm>
            <a:custGeom>
              <a:avLst/>
              <a:gdLst>
                <a:gd name="T0" fmla="*/ 0 w 5760"/>
                <a:gd name="T1" fmla="*/ 0 h 528"/>
                <a:gd name="T2" fmla="*/ 2147483647 w 5760"/>
                <a:gd name="T3" fmla="*/ 0 h 528"/>
                <a:gd name="T4" fmla="*/ 2147483647 w 5760"/>
                <a:gd name="T5" fmla="*/ 2147483647 h 528"/>
                <a:gd name="T6" fmla="*/ 2147483647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6" name="Freeform 18">
              <a:extLst>
                <a:ext uri="{FF2B5EF4-FFF2-40B4-BE49-F238E27FC236}">
                  <a16:creationId xmlns:a16="http://schemas.microsoft.com/office/drawing/2014/main" id="{3324F05E-00CF-D74A-8F52-FE8154A59F9B}"/>
                </a:ext>
              </a:extLst>
            </p:cNvPr>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7" name="Straight Connector 6">
              <a:extLst>
                <a:ext uri="{FF2B5EF4-FFF2-40B4-BE49-F238E27FC236}">
                  <a16:creationId xmlns:a16="http://schemas.microsoft.com/office/drawing/2014/main" id="{BACE03C2-3122-33AA-E856-D6B55A6194F3}"/>
                </a:ext>
              </a:extLst>
            </p:cNvPr>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defRPr>
            </a:lvl1pPr>
            <a:extLst/>
          </a:lstStyle>
          <a:p>
            <a:r>
              <a:rPr lang="en-US"/>
              <a:t>Click to edit Master title style</a:t>
            </a:r>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a:t>Click to edit Master subtitle style</a:t>
            </a:r>
          </a:p>
        </p:txBody>
      </p:sp>
      <p:sp>
        <p:nvSpPr>
          <p:cNvPr id="8" name="Date Placeholder 29">
            <a:extLst>
              <a:ext uri="{FF2B5EF4-FFF2-40B4-BE49-F238E27FC236}">
                <a16:creationId xmlns:a16="http://schemas.microsoft.com/office/drawing/2014/main" id="{3958091D-8579-F843-47B3-3CB2DCF3A8D0}"/>
              </a:ext>
            </a:extLst>
          </p:cNvPr>
          <p:cNvSpPr>
            <a:spLocks noGrp="1"/>
          </p:cNvSpPr>
          <p:nvPr>
            <p:ph type="dt" sz="half" idx="10"/>
          </p:nvPr>
        </p:nvSpPr>
        <p:spPr/>
        <p:txBody>
          <a:bodyPr/>
          <a:lstStyle>
            <a:lvl1pPr>
              <a:defRPr>
                <a:solidFill>
                  <a:srgbClr val="FFFFFF"/>
                </a:solidFill>
              </a:defRPr>
            </a:lvl1pPr>
            <a:extLst/>
          </a:lstStyle>
          <a:p>
            <a:pPr>
              <a:defRPr/>
            </a:pPr>
            <a:endParaRPr lang="en-GB" altLang="en-US"/>
          </a:p>
        </p:txBody>
      </p:sp>
      <p:sp>
        <p:nvSpPr>
          <p:cNvPr id="10" name="Footer Placeholder 18">
            <a:extLst>
              <a:ext uri="{FF2B5EF4-FFF2-40B4-BE49-F238E27FC236}">
                <a16:creationId xmlns:a16="http://schemas.microsoft.com/office/drawing/2014/main" id="{EAFFA8F5-5A9F-C4A8-FB54-52D9627E96E1}"/>
              </a:ext>
            </a:extLst>
          </p:cNvPr>
          <p:cNvSpPr>
            <a:spLocks noGrp="1"/>
          </p:cNvSpPr>
          <p:nvPr>
            <p:ph type="ftr" sz="quarter" idx="11"/>
          </p:nvPr>
        </p:nvSpPr>
        <p:spPr/>
        <p:txBody>
          <a:bodyPr/>
          <a:lstStyle>
            <a:lvl1pPr>
              <a:defRPr>
                <a:solidFill>
                  <a:schemeClr val="accent1">
                    <a:tint val="20000"/>
                  </a:schemeClr>
                </a:solidFill>
              </a:defRPr>
            </a:lvl1pPr>
            <a:extLst/>
          </a:lstStyle>
          <a:p>
            <a:pPr>
              <a:defRPr/>
            </a:pPr>
            <a:endParaRPr lang="en-GB" altLang="en-US"/>
          </a:p>
        </p:txBody>
      </p:sp>
      <p:sp>
        <p:nvSpPr>
          <p:cNvPr id="11" name="Slide Number Placeholder 26">
            <a:extLst>
              <a:ext uri="{FF2B5EF4-FFF2-40B4-BE49-F238E27FC236}">
                <a16:creationId xmlns:a16="http://schemas.microsoft.com/office/drawing/2014/main" id="{6464D4EB-1250-4BAD-28B4-8A91393FBA2F}"/>
              </a:ext>
            </a:extLst>
          </p:cNvPr>
          <p:cNvSpPr>
            <a:spLocks noGrp="1"/>
          </p:cNvSpPr>
          <p:nvPr>
            <p:ph type="sldNum" sz="quarter" idx="12"/>
          </p:nvPr>
        </p:nvSpPr>
        <p:spPr/>
        <p:txBody>
          <a:bodyPr/>
          <a:lstStyle>
            <a:lvl1pPr>
              <a:defRPr>
                <a:solidFill>
                  <a:srgbClr val="FFFFFF"/>
                </a:solidFill>
              </a:defRPr>
            </a:lvl1pPr>
          </a:lstStyle>
          <a:p>
            <a:fld id="{459A757A-E0CA-4F1B-91E6-2002C9CE8F20}" type="slidenum">
              <a:rPr lang="en-GB" altLang="en-US"/>
              <a:pPr/>
              <a:t>‹#›</a:t>
            </a:fld>
            <a:endParaRPr lang="en-GB" altLang="en-US"/>
          </a:p>
        </p:txBody>
      </p:sp>
    </p:spTree>
    <p:extLst>
      <p:ext uri="{BB962C8B-B14F-4D97-AF65-F5344CB8AC3E}">
        <p14:creationId xmlns:p14="http://schemas.microsoft.com/office/powerpoint/2010/main" val="457833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6"/>
          <p:cNvSpPr>
            <a:spLocks noGrp="1"/>
          </p:cNvSpPr>
          <p:nvPr>
            <p:ph type="title"/>
          </p:nvPr>
        </p:nvSpPr>
        <p:spPr/>
        <p:txBody>
          <a:bodyPr rtlCol="0"/>
          <a:lstStyle/>
          <a:p>
            <a:r>
              <a:rPr lang="en-US"/>
              <a:t>Click to edit Master title style</a:t>
            </a:r>
          </a:p>
        </p:txBody>
      </p:sp>
      <p:sp>
        <p:nvSpPr>
          <p:cNvPr id="2" name="Date Placeholder 9">
            <a:extLst>
              <a:ext uri="{FF2B5EF4-FFF2-40B4-BE49-F238E27FC236}">
                <a16:creationId xmlns:a16="http://schemas.microsoft.com/office/drawing/2014/main" id="{34375541-7077-AB2D-2CFD-5EFF69489E12}"/>
              </a:ext>
            </a:extLst>
          </p:cNvPr>
          <p:cNvSpPr>
            <a:spLocks noGrp="1"/>
          </p:cNvSpPr>
          <p:nvPr>
            <p:ph type="dt" sz="half" idx="10"/>
          </p:nvPr>
        </p:nvSpPr>
        <p:spPr/>
        <p:txBody>
          <a:bodyPr/>
          <a:lstStyle>
            <a:lvl1pPr>
              <a:defRPr/>
            </a:lvl1pPr>
          </a:lstStyle>
          <a:p>
            <a:pPr>
              <a:defRPr/>
            </a:pPr>
            <a:endParaRPr lang="en-GB" altLang="en-US"/>
          </a:p>
        </p:txBody>
      </p:sp>
      <p:sp>
        <p:nvSpPr>
          <p:cNvPr id="4" name="Footer Placeholder 21">
            <a:extLst>
              <a:ext uri="{FF2B5EF4-FFF2-40B4-BE49-F238E27FC236}">
                <a16:creationId xmlns:a16="http://schemas.microsoft.com/office/drawing/2014/main" id="{0F7FEB90-F424-CD9F-8989-D3677B90529A}"/>
              </a:ext>
            </a:extLst>
          </p:cNvPr>
          <p:cNvSpPr>
            <a:spLocks noGrp="1"/>
          </p:cNvSpPr>
          <p:nvPr>
            <p:ph type="ftr" sz="quarter" idx="11"/>
          </p:nvPr>
        </p:nvSpPr>
        <p:spPr/>
        <p:txBody>
          <a:bodyPr/>
          <a:lstStyle>
            <a:lvl1pPr>
              <a:defRPr/>
            </a:lvl1pPr>
          </a:lstStyle>
          <a:p>
            <a:pPr>
              <a:defRPr/>
            </a:pPr>
            <a:endParaRPr lang="en-GB" altLang="en-US"/>
          </a:p>
        </p:txBody>
      </p:sp>
      <p:sp>
        <p:nvSpPr>
          <p:cNvPr id="5" name="Slide Number Placeholder 17">
            <a:extLst>
              <a:ext uri="{FF2B5EF4-FFF2-40B4-BE49-F238E27FC236}">
                <a16:creationId xmlns:a16="http://schemas.microsoft.com/office/drawing/2014/main" id="{2E7F62DB-89F5-8BED-5029-68E2612D4D2E}"/>
              </a:ext>
            </a:extLst>
          </p:cNvPr>
          <p:cNvSpPr>
            <a:spLocks noGrp="1"/>
          </p:cNvSpPr>
          <p:nvPr>
            <p:ph type="sldNum" sz="quarter" idx="12"/>
          </p:nvPr>
        </p:nvSpPr>
        <p:spPr/>
        <p:txBody>
          <a:bodyPr/>
          <a:lstStyle>
            <a:lvl1pPr>
              <a:defRPr/>
            </a:lvl1pPr>
          </a:lstStyle>
          <a:p>
            <a:fld id="{4BDCB971-BC7F-49B9-AFEF-497805A55BB2}" type="slidenum">
              <a:rPr lang="en-GB" altLang="en-US"/>
              <a:pPr/>
              <a:t>‹#›</a:t>
            </a:fld>
            <a:endParaRPr lang="en-GB" altLang="en-US"/>
          </a:p>
        </p:txBody>
      </p:sp>
    </p:spTree>
    <p:extLst>
      <p:ext uri="{BB962C8B-B14F-4D97-AF65-F5344CB8AC3E}">
        <p14:creationId xmlns:p14="http://schemas.microsoft.com/office/powerpoint/2010/main" val="5831778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10">
            <a:extLst>
              <a:ext uri="{FF2B5EF4-FFF2-40B4-BE49-F238E27FC236}">
                <a16:creationId xmlns:a16="http://schemas.microsoft.com/office/drawing/2014/main" id="{E24E4D4F-A9E6-89F3-D095-0F500A271B43}"/>
              </a:ext>
            </a:extLst>
          </p:cNvPr>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5" name="Chevron 11">
            <a:extLst>
              <a:ext uri="{FF2B5EF4-FFF2-40B4-BE49-F238E27FC236}">
                <a16:creationId xmlns:a16="http://schemas.microsoft.com/office/drawing/2014/main" id="{5D3FDC82-E80F-B493-366B-157619F91A5B}"/>
              </a:ext>
            </a:extLst>
          </p:cNvPr>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a:t>Click to edit Master title style</a:t>
            </a:r>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a:t>Click to edit Master text styles</a:t>
            </a:r>
          </a:p>
        </p:txBody>
      </p:sp>
      <p:sp>
        <p:nvSpPr>
          <p:cNvPr id="6" name="Date Placeholder 3">
            <a:extLst>
              <a:ext uri="{FF2B5EF4-FFF2-40B4-BE49-F238E27FC236}">
                <a16:creationId xmlns:a16="http://schemas.microsoft.com/office/drawing/2014/main" id="{D7285BE4-9318-7CB6-3739-9A02B4CA86EC}"/>
              </a:ext>
            </a:extLst>
          </p:cNvPr>
          <p:cNvSpPr>
            <a:spLocks noGrp="1"/>
          </p:cNvSpPr>
          <p:nvPr>
            <p:ph type="dt" sz="half" idx="10"/>
          </p:nvPr>
        </p:nvSpPr>
        <p:spPr/>
        <p:txBody>
          <a:bodyPr/>
          <a:lstStyle>
            <a:lvl1pPr>
              <a:defRPr/>
            </a:lvl1pPr>
            <a:extLst/>
          </a:lstStyle>
          <a:p>
            <a:pPr>
              <a:defRPr/>
            </a:pPr>
            <a:endParaRPr lang="en-GB" altLang="en-US"/>
          </a:p>
        </p:txBody>
      </p:sp>
      <p:sp>
        <p:nvSpPr>
          <p:cNvPr id="7" name="Footer Placeholder 4">
            <a:extLst>
              <a:ext uri="{FF2B5EF4-FFF2-40B4-BE49-F238E27FC236}">
                <a16:creationId xmlns:a16="http://schemas.microsoft.com/office/drawing/2014/main" id="{B48A71A8-6E7C-517F-7520-82177EE1BD28}"/>
              </a:ext>
            </a:extLst>
          </p:cNvPr>
          <p:cNvSpPr>
            <a:spLocks noGrp="1"/>
          </p:cNvSpPr>
          <p:nvPr>
            <p:ph type="ftr" sz="quarter" idx="11"/>
          </p:nvPr>
        </p:nvSpPr>
        <p:spPr/>
        <p:txBody>
          <a:bodyPr/>
          <a:lstStyle>
            <a:lvl1pPr>
              <a:defRPr/>
            </a:lvl1pPr>
            <a:extLst/>
          </a:lstStyle>
          <a:p>
            <a:pPr>
              <a:defRPr/>
            </a:pPr>
            <a:endParaRPr lang="en-GB" altLang="en-US"/>
          </a:p>
        </p:txBody>
      </p:sp>
      <p:sp>
        <p:nvSpPr>
          <p:cNvPr id="8" name="Slide Number Placeholder 5">
            <a:extLst>
              <a:ext uri="{FF2B5EF4-FFF2-40B4-BE49-F238E27FC236}">
                <a16:creationId xmlns:a16="http://schemas.microsoft.com/office/drawing/2014/main" id="{8366725E-3FAC-DD02-295D-4309E874DA66}"/>
              </a:ext>
            </a:extLst>
          </p:cNvPr>
          <p:cNvSpPr>
            <a:spLocks noGrp="1"/>
          </p:cNvSpPr>
          <p:nvPr>
            <p:ph type="sldNum" sz="quarter" idx="12"/>
          </p:nvPr>
        </p:nvSpPr>
        <p:spPr/>
        <p:txBody>
          <a:bodyPr/>
          <a:lstStyle>
            <a:lvl1pPr>
              <a:defRPr/>
            </a:lvl1pPr>
          </a:lstStyle>
          <a:p>
            <a:fld id="{B072C461-C1C0-4779-8693-5105F7F2806B}" type="slidenum">
              <a:rPr lang="en-GB" altLang="en-US"/>
              <a:pPr/>
              <a:t>‹#›</a:t>
            </a:fld>
            <a:endParaRPr lang="en-GB" altLang="en-US"/>
          </a:p>
        </p:txBody>
      </p:sp>
    </p:spTree>
    <p:extLst>
      <p:ext uri="{BB962C8B-B14F-4D97-AF65-F5344CB8AC3E}">
        <p14:creationId xmlns:p14="http://schemas.microsoft.com/office/powerpoint/2010/main" val="116201645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itle 7"/>
          <p:cNvSpPr>
            <a:spLocks noGrp="1"/>
          </p:cNvSpPr>
          <p:nvPr>
            <p:ph type="title"/>
          </p:nvPr>
        </p:nvSpPr>
        <p:spPr/>
        <p:txBody>
          <a:bodyPr rtlCol="0"/>
          <a:lstStyle/>
          <a:p>
            <a:r>
              <a:rPr lang="en-US"/>
              <a:t>Click to edit Master title style</a:t>
            </a:r>
          </a:p>
        </p:txBody>
      </p:sp>
      <p:sp>
        <p:nvSpPr>
          <p:cNvPr id="2" name="Date Placeholder 4">
            <a:extLst>
              <a:ext uri="{FF2B5EF4-FFF2-40B4-BE49-F238E27FC236}">
                <a16:creationId xmlns:a16="http://schemas.microsoft.com/office/drawing/2014/main" id="{AFA40E0A-3267-6642-A166-BC3AD6BED1EE}"/>
              </a:ext>
            </a:extLst>
          </p:cNvPr>
          <p:cNvSpPr>
            <a:spLocks noGrp="1"/>
          </p:cNvSpPr>
          <p:nvPr>
            <p:ph type="dt" sz="half" idx="10"/>
          </p:nvPr>
        </p:nvSpPr>
        <p:spPr/>
        <p:txBody>
          <a:bodyPr/>
          <a:lstStyle>
            <a:lvl1pPr>
              <a:defRPr/>
            </a:lvl1pPr>
            <a:extLst/>
          </a:lstStyle>
          <a:p>
            <a:pPr>
              <a:defRPr/>
            </a:pPr>
            <a:endParaRPr lang="en-GB" altLang="en-US"/>
          </a:p>
        </p:txBody>
      </p:sp>
      <p:sp>
        <p:nvSpPr>
          <p:cNvPr id="5" name="Footer Placeholder 5">
            <a:extLst>
              <a:ext uri="{FF2B5EF4-FFF2-40B4-BE49-F238E27FC236}">
                <a16:creationId xmlns:a16="http://schemas.microsoft.com/office/drawing/2014/main" id="{FE3C27BF-470A-4B4C-91D9-C580DFBFCCD3}"/>
              </a:ext>
            </a:extLst>
          </p:cNvPr>
          <p:cNvSpPr>
            <a:spLocks noGrp="1"/>
          </p:cNvSpPr>
          <p:nvPr>
            <p:ph type="ftr" sz="quarter" idx="11"/>
          </p:nvPr>
        </p:nvSpPr>
        <p:spPr/>
        <p:txBody>
          <a:bodyPr/>
          <a:lstStyle>
            <a:lvl1pPr>
              <a:defRPr/>
            </a:lvl1pPr>
            <a:extLst/>
          </a:lstStyle>
          <a:p>
            <a:pPr>
              <a:defRPr/>
            </a:pPr>
            <a:endParaRPr lang="en-GB" altLang="en-US"/>
          </a:p>
        </p:txBody>
      </p:sp>
      <p:sp>
        <p:nvSpPr>
          <p:cNvPr id="6" name="Slide Number Placeholder 6">
            <a:extLst>
              <a:ext uri="{FF2B5EF4-FFF2-40B4-BE49-F238E27FC236}">
                <a16:creationId xmlns:a16="http://schemas.microsoft.com/office/drawing/2014/main" id="{7ECA82C9-B9FA-4502-A01C-C25AA3BF458F}"/>
              </a:ext>
            </a:extLst>
          </p:cNvPr>
          <p:cNvSpPr>
            <a:spLocks noGrp="1"/>
          </p:cNvSpPr>
          <p:nvPr>
            <p:ph type="sldNum" sz="quarter" idx="12"/>
          </p:nvPr>
        </p:nvSpPr>
        <p:spPr/>
        <p:txBody>
          <a:bodyPr/>
          <a:lstStyle>
            <a:lvl1pPr>
              <a:defRPr/>
            </a:lvl1pPr>
          </a:lstStyle>
          <a:p>
            <a:fld id="{2A9D0497-BF68-4920-B076-18B46FDEDE62}" type="slidenum">
              <a:rPr lang="en-GB" altLang="en-US"/>
              <a:pPr/>
              <a:t>‹#›</a:t>
            </a:fld>
            <a:endParaRPr lang="en-GB" altLang="en-US"/>
          </a:p>
        </p:txBody>
      </p:sp>
    </p:spTree>
    <p:extLst>
      <p:ext uri="{BB962C8B-B14F-4D97-AF65-F5344CB8AC3E}">
        <p14:creationId xmlns:p14="http://schemas.microsoft.com/office/powerpoint/2010/main" val="1797466881"/>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CE00009-E364-443F-DF77-1AD6BB3F0C62}"/>
              </a:ext>
            </a:extLst>
          </p:cNvPr>
          <p:cNvSpPr>
            <a:spLocks noGrp="1"/>
          </p:cNvSpPr>
          <p:nvPr>
            <p:ph type="dt" sz="half" idx="10"/>
          </p:nvPr>
        </p:nvSpPr>
        <p:spPr/>
        <p:txBody>
          <a:bodyPr/>
          <a:lstStyle>
            <a:lvl1pPr>
              <a:defRPr/>
            </a:lvl1pPr>
            <a:extLst/>
          </a:lstStyle>
          <a:p>
            <a:pPr>
              <a:defRPr/>
            </a:pPr>
            <a:endParaRPr lang="en-GB" altLang="en-US"/>
          </a:p>
        </p:txBody>
      </p:sp>
      <p:sp>
        <p:nvSpPr>
          <p:cNvPr id="8" name="Footer Placeholder 7">
            <a:extLst>
              <a:ext uri="{FF2B5EF4-FFF2-40B4-BE49-F238E27FC236}">
                <a16:creationId xmlns:a16="http://schemas.microsoft.com/office/drawing/2014/main" id="{4BBA8E48-B5EE-8045-30AF-C8A021B3D9E4}"/>
              </a:ext>
            </a:extLst>
          </p:cNvPr>
          <p:cNvSpPr>
            <a:spLocks noGrp="1"/>
          </p:cNvSpPr>
          <p:nvPr>
            <p:ph type="ftr" sz="quarter" idx="11"/>
          </p:nvPr>
        </p:nvSpPr>
        <p:spPr/>
        <p:txBody>
          <a:bodyPr/>
          <a:lstStyle>
            <a:lvl1pPr>
              <a:defRPr/>
            </a:lvl1pPr>
            <a:extLst/>
          </a:lstStyle>
          <a:p>
            <a:pPr>
              <a:defRPr/>
            </a:pPr>
            <a:endParaRPr lang="en-GB" altLang="en-US"/>
          </a:p>
        </p:txBody>
      </p:sp>
      <p:sp>
        <p:nvSpPr>
          <p:cNvPr id="9" name="Slide Number Placeholder 8">
            <a:extLst>
              <a:ext uri="{FF2B5EF4-FFF2-40B4-BE49-F238E27FC236}">
                <a16:creationId xmlns:a16="http://schemas.microsoft.com/office/drawing/2014/main" id="{0B2FD946-96FB-A29B-771B-6F8564FE0325}"/>
              </a:ext>
            </a:extLst>
          </p:cNvPr>
          <p:cNvSpPr>
            <a:spLocks noGrp="1"/>
          </p:cNvSpPr>
          <p:nvPr>
            <p:ph type="sldNum" sz="quarter" idx="12"/>
          </p:nvPr>
        </p:nvSpPr>
        <p:spPr/>
        <p:txBody>
          <a:bodyPr/>
          <a:lstStyle>
            <a:lvl1pPr>
              <a:defRPr/>
            </a:lvl1pPr>
          </a:lstStyle>
          <a:p>
            <a:fld id="{E8E3A35B-71CB-40DB-8B65-A1D472AE291A}" type="slidenum">
              <a:rPr lang="en-GB" altLang="en-US"/>
              <a:pPr/>
              <a:t>‹#›</a:t>
            </a:fld>
            <a:endParaRPr lang="en-GB" altLang="en-US"/>
          </a:p>
        </p:txBody>
      </p:sp>
    </p:spTree>
    <p:extLst>
      <p:ext uri="{BB962C8B-B14F-4D97-AF65-F5344CB8AC3E}">
        <p14:creationId xmlns:p14="http://schemas.microsoft.com/office/powerpoint/2010/main" val="3648806110"/>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a:t>Click to edit Master title style</a:t>
            </a:r>
          </a:p>
        </p:txBody>
      </p:sp>
      <p:sp>
        <p:nvSpPr>
          <p:cNvPr id="2" name="Date Placeholder 2">
            <a:extLst>
              <a:ext uri="{FF2B5EF4-FFF2-40B4-BE49-F238E27FC236}">
                <a16:creationId xmlns:a16="http://schemas.microsoft.com/office/drawing/2014/main" id="{BF973A63-881F-B2BE-D5BA-968DC8F8ACC6}"/>
              </a:ext>
            </a:extLst>
          </p:cNvPr>
          <p:cNvSpPr>
            <a:spLocks noGrp="1"/>
          </p:cNvSpPr>
          <p:nvPr>
            <p:ph type="dt" sz="half" idx="10"/>
          </p:nvPr>
        </p:nvSpPr>
        <p:spPr/>
        <p:txBody>
          <a:bodyPr/>
          <a:lstStyle>
            <a:lvl1pPr>
              <a:defRPr/>
            </a:lvl1pPr>
            <a:extLst/>
          </a:lstStyle>
          <a:p>
            <a:pPr>
              <a:defRPr/>
            </a:pPr>
            <a:endParaRPr lang="en-GB" altLang="en-US"/>
          </a:p>
        </p:txBody>
      </p:sp>
      <p:sp>
        <p:nvSpPr>
          <p:cNvPr id="3" name="Footer Placeholder 3">
            <a:extLst>
              <a:ext uri="{FF2B5EF4-FFF2-40B4-BE49-F238E27FC236}">
                <a16:creationId xmlns:a16="http://schemas.microsoft.com/office/drawing/2014/main" id="{F18E1128-A698-54E6-6081-19D31CC126D6}"/>
              </a:ext>
            </a:extLst>
          </p:cNvPr>
          <p:cNvSpPr>
            <a:spLocks noGrp="1"/>
          </p:cNvSpPr>
          <p:nvPr>
            <p:ph type="ftr" sz="quarter" idx="11"/>
          </p:nvPr>
        </p:nvSpPr>
        <p:spPr/>
        <p:txBody>
          <a:bodyPr/>
          <a:lstStyle>
            <a:lvl1pPr>
              <a:defRPr/>
            </a:lvl1pPr>
            <a:extLst/>
          </a:lstStyle>
          <a:p>
            <a:pPr>
              <a:defRPr/>
            </a:pPr>
            <a:endParaRPr lang="en-GB" altLang="en-US"/>
          </a:p>
        </p:txBody>
      </p:sp>
      <p:sp>
        <p:nvSpPr>
          <p:cNvPr id="4" name="Slide Number Placeholder 4">
            <a:extLst>
              <a:ext uri="{FF2B5EF4-FFF2-40B4-BE49-F238E27FC236}">
                <a16:creationId xmlns:a16="http://schemas.microsoft.com/office/drawing/2014/main" id="{67AF63ED-BB68-67E3-9866-023331AB53BB}"/>
              </a:ext>
            </a:extLst>
          </p:cNvPr>
          <p:cNvSpPr>
            <a:spLocks noGrp="1"/>
          </p:cNvSpPr>
          <p:nvPr>
            <p:ph type="sldNum" sz="quarter" idx="12"/>
          </p:nvPr>
        </p:nvSpPr>
        <p:spPr/>
        <p:txBody>
          <a:bodyPr/>
          <a:lstStyle>
            <a:lvl1pPr>
              <a:defRPr/>
            </a:lvl1pPr>
          </a:lstStyle>
          <a:p>
            <a:fld id="{F6053821-8368-4F7B-B905-D2942DFCC0ED}" type="slidenum">
              <a:rPr lang="en-GB" altLang="en-US"/>
              <a:pPr/>
              <a:t>‹#›</a:t>
            </a:fld>
            <a:endParaRPr lang="en-GB" altLang="en-US"/>
          </a:p>
        </p:txBody>
      </p:sp>
    </p:spTree>
    <p:extLst>
      <p:ext uri="{BB962C8B-B14F-4D97-AF65-F5344CB8AC3E}">
        <p14:creationId xmlns:p14="http://schemas.microsoft.com/office/powerpoint/2010/main" val="2722644288"/>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a:extLst>
              <a:ext uri="{FF2B5EF4-FFF2-40B4-BE49-F238E27FC236}">
                <a16:creationId xmlns:a16="http://schemas.microsoft.com/office/drawing/2014/main" id="{D7F7EACC-1083-1351-8E1B-C992B8B57AF1}"/>
              </a:ext>
            </a:extLst>
          </p:cNvPr>
          <p:cNvSpPr>
            <a:spLocks noGrp="1"/>
          </p:cNvSpPr>
          <p:nvPr>
            <p:ph type="dt" sz="half" idx="10"/>
          </p:nvPr>
        </p:nvSpPr>
        <p:spPr/>
        <p:txBody>
          <a:bodyPr/>
          <a:lstStyle>
            <a:lvl1pPr>
              <a:defRPr/>
            </a:lvl1pPr>
          </a:lstStyle>
          <a:p>
            <a:pPr>
              <a:defRPr/>
            </a:pPr>
            <a:endParaRPr lang="en-GB" altLang="en-US"/>
          </a:p>
        </p:txBody>
      </p:sp>
      <p:sp>
        <p:nvSpPr>
          <p:cNvPr id="3" name="Footer Placeholder 21">
            <a:extLst>
              <a:ext uri="{FF2B5EF4-FFF2-40B4-BE49-F238E27FC236}">
                <a16:creationId xmlns:a16="http://schemas.microsoft.com/office/drawing/2014/main" id="{4336A68F-4986-9963-5543-BABA4921B840}"/>
              </a:ext>
            </a:extLst>
          </p:cNvPr>
          <p:cNvSpPr>
            <a:spLocks noGrp="1"/>
          </p:cNvSpPr>
          <p:nvPr>
            <p:ph type="ftr" sz="quarter" idx="11"/>
          </p:nvPr>
        </p:nvSpPr>
        <p:spPr/>
        <p:txBody>
          <a:bodyPr/>
          <a:lstStyle>
            <a:lvl1pPr>
              <a:defRPr/>
            </a:lvl1pPr>
          </a:lstStyle>
          <a:p>
            <a:pPr>
              <a:defRPr/>
            </a:pPr>
            <a:endParaRPr lang="en-GB" altLang="en-US"/>
          </a:p>
        </p:txBody>
      </p:sp>
      <p:sp>
        <p:nvSpPr>
          <p:cNvPr id="4" name="Slide Number Placeholder 17">
            <a:extLst>
              <a:ext uri="{FF2B5EF4-FFF2-40B4-BE49-F238E27FC236}">
                <a16:creationId xmlns:a16="http://schemas.microsoft.com/office/drawing/2014/main" id="{ABDCD21C-7798-AAB2-B9F5-3C2DD01EFC14}"/>
              </a:ext>
            </a:extLst>
          </p:cNvPr>
          <p:cNvSpPr>
            <a:spLocks noGrp="1"/>
          </p:cNvSpPr>
          <p:nvPr>
            <p:ph type="sldNum" sz="quarter" idx="12"/>
          </p:nvPr>
        </p:nvSpPr>
        <p:spPr/>
        <p:txBody>
          <a:bodyPr/>
          <a:lstStyle>
            <a:lvl1pPr>
              <a:defRPr/>
            </a:lvl1pPr>
          </a:lstStyle>
          <a:p>
            <a:fld id="{DFD68B41-112A-45FA-87E0-F7682E350921}" type="slidenum">
              <a:rPr lang="en-GB" altLang="en-US"/>
              <a:pPr/>
              <a:t>‹#›</a:t>
            </a:fld>
            <a:endParaRPr lang="en-GB" altLang="en-US"/>
          </a:p>
        </p:txBody>
      </p:sp>
    </p:spTree>
    <p:extLst>
      <p:ext uri="{BB962C8B-B14F-4D97-AF65-F5344CB8AC3E}">
        <p14:creationId xmlns:p14="http://schemas.microsoft.com/office/powerpoint/2010/main" val="37065528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a:t>Click to edit Master title style</a:t>
            </a:r>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CB03A7-8AC4-83CE-0B2D-F08CEB7EC1A9}"/>
              </a:ext>
            </a:extLst>
          </p:cNvPr>
          <p:cNvSpPr>
            <a:spLocks noGrp="1"/>
          </p:cNvSpPr>
          <p:nvPr>
            <p:ph type="dt" sz="half" idx="10"/>
          </p:nvPr>
        </p:nvSpPr>
        <p:spPr/>
        <p:txBody>
          <a:bodyPr/>
          <a:lstStyle>
            <a:lvl1pPr>
              <a:defRPr/>
            </a:lvl1pPr>
            <a:extLst/>
          </a:lstStyle>
          <a:p>
            <a:pPr>
              <a:defRPr/>
            </a:pPr>
            <a:endParaRPr lang="en-GB" altLang="en-US"/>
          </a:p>
        </p:txBody>
      </p:sp>
      <p:sp>
        <p:nvSpPr>
          <p:cNvPr id="6" name="Footer Placeholder 5">
            <a:extLst>
              <a:ext uri="{FF2B5EF4-FFF2-40B4-BE49-F238E27FC236}">
                <a16:creationId xmlns:a16="http://schemas.microsoft.com/office/drawing/2014/main" id="{51F7CA18-77BF-4367-9B11-7D4066EED2B1}"/>
              </a:ext>
            </a:extLst>
          </p:cNvPr>
          <p:cNvSpPr>
            <a:spLocks noGrp="1"/>
          </p:cNvSpPr>
          <p:nvPr>
            <p:ph type="ftr" sz="quarter" idx="11"/>
          </p:nvPr>
        </p:nvSpPr>
        <p:spPr/>
        <p:txBody>
          <a:bodyPr/>
          <a:lstStyle>
            <a:lvl1pPr>
              <a:defRPr/>
            </a:lvl1pPr>
            <a:extLst/>
          </a:lstStyle>
          <a:p>
            <a:pPr>
              <a:defRPr/>
            </a:pPr>
            <a:endParaRPr lang="en-GB" altLang="en-US"/>
          </a:p>
        </p:txBody>
      </p:sp>
      <p:sp>
        <p:nvSpPr>
          <p:cNvPr id="7" name="Slide Number Placeholder 6">
            <a:extLst>
              <a:ext uri="{FF2B5EF4-FFF2-40B4-BE49-F238E27FC236}">
                <a16:creationId xmlns:a16="http://schemas.microsoft.com/office/drawing/2014/main" id="{5F35C940-C497-BE6D-6960-6A9E43129B51}"/>
              </a:ext>
            </a:extLst>
          </p:cNvPr>
          <p:cNvSpPr>
            <a:spLocks noGrp="1"/>
          </p:cNvSpPr>
          <p:nvPr>
            <p:ph type="sldNum" sz="quarter" idx="12"/>
          </p:nvPr>
        </p:nvSpPr>
        <p:spPr/>
        <p:txBody>
          <a:bodyPr/>
          <a:lstStyle>
            <a:lvl1pPr>
              <a:defRPr/>
            </a:lvl1pPr>
          </a:lstStyle>
          <a:p>
            <a:fld id="{49607654-2DA5-49EA-AAF1-6E465BD317D0}" type="slidenum">
              <a:rPr lang="en-GB" altLang="en-US"/>
              <a:pPr/>
              <a:t>‹#›</a:t>
            </a:fld>
            <a:endParaRPr lang="en-GB" altLang="en-US"/>
          </a:p>
        </p:txBody>
      </p:sp>
    </p:spTree>
    <p:extLst>
      <p:ext uri="{BB962C8B-B14F-4D97-AF65-F5344CB8AC3E}">
        <p14:creationId xmlns:p14="http://schemas.microsoft.com/office/powerpoint/2010/main" val="3444623736"/>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10">
            <a:extLst>
              <a:ext uri="{FF2B5EF4-FFF2-40B4-BE49-F238E27FC236}">
                <a16:creationId xmlns:a16="http://schemas.microsoft.com/office/drawing/2014/main" id="{1D180B1C-2807-4A3E-41AD-D26FAA23CFDB}"/>
              </a:ext>
            </a:extLst>
          </p:cNvPr>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6" name="Freeform 15">
            <a:extLst>
              <a:ext uri="{FF2B5EF4-FFF2-40B4-BE49-F238E27FC236}">
                <a16:creationId xmlns:a16="http://schemas.microsoft.com/office/drawing/2014/main" id="{189A7F97-D0E7-4C09-402A-892A0A61AB47}"/>
              </a:ext>
            </a:extLst>
          </p:cNvPr>
          <p:cNvSpPr>
            <a:spLocks/>
          </p:cNvSpPr>
          <p:nvPr/>
        </p:nvSpPr>
        <p:spPr bwMode="auto">
          <a:xfrm>
            <a:off x="485775" y="5938838"/>
            <a:ext cx="3690938" cy="933450"/>
          </a:xfrm>
          <a:custGeom>
            <a:avLst/>
            <a:gdLst>
              <a:gd name="T0" fmla="*/ 0 w 5591"/>
              <a:gd name="T1" fmla="*/ 0 h 588"/>
              <a:gd name="T2" fmla="*/ 2147483647 w 5591"/>
              <a:gd name="T3" fmla="*/ 0 h 588"/>
              <a:gd name="T4" fmla="*/ 2147483647 w 5591"/>
              <a:gd name="T5" fmla="*/ 2147483647 h 588"/>
              <a:gd name="T6" fmla="*/ 2147483647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a:extLst>
              <a:ext uri="{FF2B5EF4-FFF2-40B4-BE49-F238E27FC236}">
                <a16:creationId xmlns:a16="http://schemas.microsoft.com/office/drawing/2014/main" id="{78273143-3DEA-F4B1-3E77-4748DF6BF5AA}"/>
              </a:ext>
            </a:extLst>
          </p:cNvPr>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8" name="Straight Connector 7">
            <a:extLst>
              <a:ext uri="{FF2B5EF4-FFF2-40B4-BE49-F238E27FC236}">
                <a16:creationId xmlns:a16="http://schemas.microsoft.com/office/drawing/2014/main" id="{2FE4EBF5-A7B9-995E-AA4F-9C9CA40F3836}"/>
              </a:ext>
            </a:extLst>
          </p:cNvPr>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18">
            <a:extLst>
              <a:ext uri="{FF2B5EF4-FFF2-40B4-BE49-F238E27FC236}">
                <a16:creationId xmlns:a16="http://schemas.microsoft.com/office/drawing/2014/main" id="{64A36420-3B0E-E8A9-1547-F9F15F70CB5D}"/>
              </a:ext>
            </a:extLst>
          </p:cNvPr>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10" name="Chevron 19">
            <a:extLst>
              <a:ext uri="{FF2B5EF4-FFF2-40B4-BE49-F238E27FC236}">
                <a16:creationId xmlns:a16="http://schemas.microsoft.com/office/drawing/2014/main" id="{C057FAE2-5BDD-4874-2391-4ACE81541533}"/>
              </a:ext>
            </a:extLst>
          </p:cNvPr>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a:t>Click to edit Master title style</a:t>
            </a:r>
          </a:p>
        </p:txBody>
      </p:sp>
      <p:sp>
        <p:nvSpPr>
          <p:cNvPr id="11" name="Date Placeholder 4">
            <a:extLst>
              <a:ext uri="{FF2B5EF4-FFF2-40B4-BE49-F238E27FC236}">
                <a16:creationId xmlns:a16="http://schemas.microsoft.com/office/drawing/2014/main" id="{0CE360FB-B706-9BBD-46FC-F320BFF4826A}"/>
              </a:ext>
            </a:extLst>
          </p:cNvPr>
          <p:cNvSpPr>
            <a:spLocks noGrp="1"/>
          </p:cNvSpPr>
          <p:nvPr>
            <p:ph type="dt" sz="half" idx="10"/>
          </p:nvPr>
        </p:nvSpPr>
        <p:spPr/>
        <p:txBody>
          <a:bodyPr/>
          <a:lstStyle>
            <a:lvl1pPr>
              <a:defRPr>
                <a:solidFill>
                  <a:schemeClr val="tx1"/>
                </a:solidFill>
              </a:defRPr>
            </a:lvl1pPr>
            <a:extLst/>
          </a:lstStyle>
          <a:p>
            <a:pPr>
              <a:defRPr/>
            </a:pPr>
            <a:endParaRPr lang="en-GB" altLang="en-US"/>
          </a:p>
        </p:txBody>
      </p:sp>
      <p:sp>
        <p:nvSpPr>
          <p:cNvPr id="12" name="Footer Placeholder 5">
            <a:extLst>
              <a:ext uri="{FF2B5EF4-FFF2-40B4-BE49-F238E27FC236}">
                <a16:creationId xmlns:a16="http://schemas.microsoft.com/office/drawing/2014/main" id="{9D6A2D72-CAE7-1575-4E07-5B075FEF998C}"/>
              </a:ext>
            </a:extLst>
          </p:cNvPr>
          <p:cNvSpPr>
            <a:spLocks noGrp="1"/>
          </p:cNvSpPr>
          <p:nvPr>
            <p:ph type="ftr" sz="quarter" idx="11"/>
          </p:nvPr>
        </p:nvSpPr>
        <p:spPr/>
        <p:txBody>
          <a:bodyPr/>
          <a:lstStyle>
            <a:lvl1pPr>
              <a:defRPr>
                <a:solidFill>
                  <a:schemeClr val="tx1"/>
                </a:solidFill>
              </a:defRPr>
            </a:lvl1pPr>
            <a:extLst/>
          </a:lstStyle>
          <a:p>
            <a:pPr>
              <a:defRPr/>
            </a:pPr>
            <a:endParaRPr lang="en-GB" altLang="en-US"/>
          </a:p>
        </p:txBody>
      </p:sp>
      <p:sp>
        <p:nvSpPr>
          <p:cNvPr id="13" name="Slide Number Placeholder 6">
            <a:extLst>
              <a:ext uri="{FF2B5EF4-FFF2-40B4-BE49-F238E27FC236}">
                <a16:creationId xmlns:a16="http://schemas.microsoft.com/office/drawing/2014/main" id="{314654DB-C6F9-519D-2FE2-2D4475C73CB9}"/>
              </a:ext>
            </a:extLst>
          </p:cNvPr>
          <p:cNvSpPr>
            <a:spLocks noGrp="1"/>
          </p:cNvSpPr>
          <p:nvPr>
            <p:ph type="sldNum" sz="quarter" idx="12"/>
          </p:nvPr>
        </p:nvSpPr>
        <p:spPr/>
        <p:txBody>
          <a:bodyPr/>
          <a:lstStyle>
            <a:lvl1pPr>
              <a:defRPr/>
            </a:lvl1pPr>
          </a:lstStyle>
          <a:p>
            <a:fld id="{FF52C04F-B2CE-43CD-9F52-3648EA231983}" type="slidenum">
              <a:rPr lang="en-GB" altLang="en-US"/>
              <a:pPr/>
              <a:t>‹#›</a:t>
            </a:fld>
            <a:endParaRPr lang="en-GB" altLang="en-US"/>
          </a:p>
        </p:txBody>
      </p:sp>
    </p:spTree>
    <p:extLst>
      <p:ext uri="{BB962C8B-B14F-4D97-AF65-F5344CB8AC3E}">
        <p14:creationId xmlns:p14="http://schemas.microsoft.com/office/powerpoint/2010/main" val="14407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ACD0DCDE-2C6F-296A-7F94-0695406479AD}"/>
              </a:ext>
            </a:extLst>
          </p:cNvPr>
          <p:cNvSpPr>
            <a:spLocks noGrp="1"/>
          </p:cNvSpPr>
          <p:nvPr>
            <p:ph type="dt" sz="half" idx="10"/>
          </p:nvPr>
        </p:nvSpPr>
        <p:spPr/>
        <p:txBody>
          <a:bodyPr/>
          <a:lstStyle>
            <a:lvl1pPr>
              <a:defRPr/>
            </a:lvl1pPr>
          </a:lstStyle>
          <a:p>
            <a:pPr>
              <a:defRPr/>
            </a:pPr>
            <a:endParaRPr lang="en-GB" altLang="en-US"/>
          </a:p>
        </p:txBody>
      </p:sp>
      <p:sp>
        <p:nvSpPr>
          <p:cNvPr id="5" name="Footer Placeholder 21">
            <a:extLst>
              <a:ext uri="{FF2B5EF4-FFF2-40B4-BE49-F238E27FC236}">
                <a16:creationId xmlns:a16="http://schemas.microsoft.com/office/drawing/2014/main" id="{582DFD76-B859-C13A-B328-BCA32EB7D9B0}"/>
              </a:ext>
            </a:extLst>
          </p:cNvPr>
          <p:cNvSpPr>
            <a:spLocks noGrp="1"/>
          </p:cNvSpPr>
          <p:nvPr>
            <p:ph type="ftr" sz="quarter" idx="11"/>
          </p:nvPr>
        </p:nvSpPr>
        <p:spPr/>
        <p:txBody>
          <a:bodyPr/>
          <a:lstStyle>
            <a:lvl1pPr>
              <a:defRPr/>
            </a:lvl1pPr>
          </a:lstStyle>
          <a:p>
            <a:pPr>
              <a:defRPr/>
            </a:pPr>
            <a:endParaRPr lang="en-GB" altLang="en-US"/>
          </a:p>
        </p:txBody>
      </p:sp>
      <p:sp>
        <p:nvSpPr>
          <p:cNvPr id="6" name="Slide Number Placeholder 17">
            <a:extLst>
              <a:ext uri="{FF2B5EF4-FFF2-40B4-BE49-F238E27FC236}">
                <a16:creationId xmlns:a16="http://schemas.microsoft.com/office/drawing/2014/main" id="{9C1D5020-0E1B-9104-29C8-489D22429589}"/>
              </a:ext>
            </a:extLst>
          </p:cNvPr>
          <p:cNvSpPr>
            <a:spLocks noGrp="1"/>
          </p:cNvSpPr>
          <p:nvPr>
            <p:ph type="sldNum" sz="quarter" idx="12"/>
          </p:nvPr>
        </p:nvSpPr>
        <p:spPr/>
        <p:txBody>
          <a:bodyPr/>
          <a:lstStyle>
            <a:lvl1pPr>
              <a:defRPr/>
            </a:lvl1pPr>
          </a:lstStyle>
          <a:p>
            <a:fld id="{759E4D13-21CC-4DCC-97E0-FC085100A8FA}" type="slidenum">
              <a:rPr lang="en-GB" altLang="en-US"/>
              <a:pPr/>
              <a:t>‹#›</a:t>
            </a:fld>
            <a:endParaRPr lang="en-GB" altLang="en-US"/>
          </a:p>
        </p:txBody>
      </p:sp>
    </p:spTree>
    <p:extLst>
      <p:ext uri="{BB962C8B-B14F-4D97-AF65-F5344CB8AC3E}">
        <p14:creationId xmlns:p14="http://schemas.microsoft.com/office/powerpoint/2010/main" val="13281182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a:extLst>
              <a:ext uri="{FF2B5EF4-FFF2-40B4-BE49-F238E27FC236}">
                <a16:creationId xmlns:a16="http://schemas.microsoft.com/office/drawing/2014/main" id="{64C95955-3CF6-43A2-3650-310144341977}"/>
              </a:ext>
            </a:extLst>
          </p:cNvPr>
          <p:cNvSpPr>
            <a:spLocks noGrp="1"/>
          </p:cNvSpPr>
          <p:nvPr>
            <p:ph type="dt" sz="half" idx="10"/>
          </p:nvPr>
        </p:nvSpPr>
        <p:spPr/>
        <p:txBody>
          <a:bodyPr/>
          <a:lstStyle>
            <a:lvl1pPr>
              <a:defRPr/>
            </a:lvl1pPr>
          </a:lstStyle>
          <a:p>
            <a:pPr>
              <a:defRPr/>
            </a:pPr>
            <a:endParaRPr lang="en-GB" altLang="en-US"/>
          </a:p>
        </p:txBody>
      </p:sp>
      <p:sp>
        <p:nvSpPr>
          <p:cNvPr id="5" name="Footer Placeholder 21">
            <a:extLst>
              <a:ext uri="{FF2B5EF4-FFF2-40B4-BE49-F238E27FC236}">
                <a16:creationId xmlns:a16="http://schemas.microsoft.com/office/drawing/2014/main" id="{25454255-94A2-B674-B907-EFECFD11480E}"/>
              </a:ext>
            </a:extLst>
          </p:cNvPr>
          <p:cNvSpPr>
            <a:spLocks noGrp="1"/>
          </p:cNvSpPr>
          <p:nvPr>
            <p:ph type="ftr" sz="quarter" idx="11"/>
          </p:nvPr>
        </p:nvSpPr>
        <p:spPr/>
        <p:txBody>
          <a:bodyPr/>
          <a:lstStyle>
            <a:lvl1pPr>
              <a:defRPr/>
            </a:lvl1pPr>
          </a:lstStyle>
          <a:p>
            <a:pPr>
              <a:defRPr/>
            </a:pPr>
            <a:endParaRPr lang="en-GB" altLang="en-US"/>
          </a:p>
        </p:txBody>
      </p:sp>
      <p:sp>
        <p:nvSpPr>
          <p:cNvPr id="6" name="Slide Number Placeholder 17">
            <a:extLst>
              <a:ext uri="{FF2B5EF4-FFF2-40B4-BE49-F238E27FC236}">
                <a16:creationId xmlns:a16="http://schemas.microsoft.com/office/drawing/2014/main" id="{61A1BD79-D535-4AC7-8888-2C01766D0FEB}"/>
              </a:ext>
            </a:extLst>
          </p:cNvPr>
          <p:cNvSpPr>
            <a:spLocks noGrp="1"/>
          </p:cNvSpPr>
          <p:nvPr>
            <p:ph type="sldNum" sz="quarter" idx="12"/>
          </p:nvPr>
        </p:nvSpPr>
        <p:spPr/>
        <p:txBody>
          <a:bodyPr/>
          <a:lstStyle>
            <a:lvl1pPr>
              <a:defRPr/>
            </a:lvl1pPr>
          </a:lstStyle>
          <a:p>
            <a:fld id="{99915E85-84D4-4D93-9B70-FFD1AAA8566D}" type="slidenum">
              <a:rPr lang="en-GB" altLang="en-US"/>
              <a:pPr/>
              <a:t>‹#›</a:t>
            </a:fld>
            <a:endParaRPr lang="en-GB" altLang="en-US"/>
          </a:p>
        </p:txBody>
      </p:sp>
    </p:spTree>
    <p:extLst>
      <p:ext uri="{BB962C8B-B14F-4D97-AF65-F5344CB8AC3E}">
        <p14:creationId xmlns:p14="http://schemas.microsoft.com/office/powerpoint/2010/main" val="10607361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a:extLst>
              <a:ext uri="{FF2B5EF4-FFF2-40B4-BE49-F238E27FC236}">
                <a16:creationId xmlns:a16="http://schemas.microsoft.com/office/drawing/2014/main" id="{D1C01C31-8534-D24D-F995-1972D14EFC03}"/>
              </a:ext>
            </a:extLst>
          </p:cNvPr>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a:defRPr/>
            </a:pPr>
            <a:endParaRPr lang="en-US"/>
          </a:p>
        </p:txBody>
      </p:sp>
      <p:sp>
        <p:nvSpPr>
          <p:cNvPr id="1027" name="Freeform 11">
            <a:extLst>
              <a:ext uri="{FF2B5EF4-FFF2-40B4-BE49-F238E27FC236}">
                <a16:creationId xmlns:a16="http://schemas.microsoft.com/office/drawing/2014/main" id="{7D6AD210-EEA4-1DA4-DBDF-B3B3F2D1B64A}"/>
              </a:ext>
            </a:extLst>
          </p:cNvPr>
          <p:cNvSpPr>
            <a:spLocks/>
          </p:cNvSpPr>
          <p:nvPr/>
        </p:nvSpPr>
        <p:spPr bwMode="auto">
          <a:xfrm>
            <a:off x="485775" y="5938838"/>
            <a:ext cx="3690938" cy="933450"/>
          </a:xfrm>
          <a:custGeom>
            <a:avLst/>
            <a:gdLst>
              <a:gd name="T0" fmla="*/ 0 w 5591"/>
              <a:gd name="T1" fmla="*/ 0 h 588"/>
              <a:gd name="T2" fmla="*/ 2147483647 w 5591"/>
              <a:gd name="T3" fmla="*/ 0 h 588"/>
              <a:gd name="T4" fmla="*/ 2147483647 w 5591"/>
              <a:gd name="T5" fmla="*/ 2147483647 h 588"/>
              <a:gd name="T6" fmla="*/ 2147483647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a:extLst>
              <a:ext uri="{FF2B5EF4-FFF2-40B4-BE49-F238E27FC236}">
                <a16:creationId xmlns:a16="http://schemas.microsoft.com/office/drawing/2014/main" id="{97B508EA-DEEE-CC5F-D7A3-937755FF8ACD}"/>
              </a:ext>
            </a:extLst>
          </p:cNvPr>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a:defRPr/>
            </a:pPr>
            <a:endParaRPr lang="en-US"/>
          </a:p>
        </p:txBody>
      </p:sp>
      <p:cxnSp>
        <p:nvCxnSpPr>
          <p:cNvPr id="15" name="Straight Connector 14">
            <a:extLst>
              <a:ext uri="{FF2B5EF4-FFF2-40B4-BE49-F238E27FC236}">
                <a16:creationId xmlns:a16="http://schemas.microsoft.com/office/drawing/2014/main" id="{7550E892-801A-CB8E-39BE-4E25A480D89E}"/>
              </a:ext>
            </a:extLst>
          </p:cNvPr>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a:extLst>
              <a:ext uri="{FF2B5EF4-FFF2-40B4-BE49-F238E27FC236}">
                <a16:creationId xmlns:a16="http://schemas.microsoft.com/office/drawing/2014/main" id="{7C82BA7C-1229-5FB0-0B70-962D8966DA2E}"/>
              </a:ext>
            </a:extLst>
          </p:cNvPr>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a:t>Click to edit Master title style</a:t>
            </a:r>
          </a:p>
        </p:txBody>
      </p:sp>
      <p:sp>
        <p:nvSpPr>
          <p:cNvPr id="1033" name="Text Placeholder 29">
            <a:extLst>
              <a:ext uri="{FF2B5EF4-FFF2-40B4-BE49-F238E27FC236}">
                <a16:creationId xmlns:a16="http://schemas.microsoft.com/office/drawing/2014/main" id="{1DDDC5F9-6392-3C27-D716-448BC9EBC4A6}"/>
              </a:ext>
            </a:extLst>
          </p:cNvPr>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 name="Date Placeholder 9">
            <a:extLst>
              <a:ext uri="{FF2B5EF4-FFF2-40B4-BE49-F238E27FC236}">
                <a16:creationId xmlns:a16="http://schemas.microsoft.com/office/drawing/2014/main" id="{5C4C85F8-2EAE-DB39-FA16-08D9D040099F}"/>
              </a:ext>
            </a:extLst>
          </p:cNvPr>
          <p:cNvSpPr>
            <a:spLocks noGrp="1"/>
          </p:cNvSpPr>
          <p:nvPr>
            <p:ph type="dt" sz="half" idx="2"/>
          </p:nvPr>
        </p:nvSpPr>
        <p:spPr>
          <a:xfrm>
            <a:off x="6727825" y="6408738"/>
            <a:ext cx="1919288" cy="365125"/>
          </a:xfrm>
          <a:prstGeom prst="rect">
            <a:avLst/>
          </a:prstGeom>
        </p:spPr>
        <p:txBody>
          <a:bodyPr vert="horz" anchor="b"/>
          <a:lstStyle>
            <a:lvl1pPr algn="l" eaLnBrk="1" latinLnBrk="0" hangingPunct="1">
              <a:defRPr kumimoji="0" sz="1000">
                <a:solidFill>
                  <a:schemeClr val="tx1"/>
                </a:solidFill>
                <a:latin typeface="Arial" pitchFamily="34" charset="0"/>
                <a:cs typeface="Arial" pitchFamily="34" charset="0"/>
              </a:defRPr>
            </a:lvl1pPr>
            <a:extLst/>
          </a:lstStyle>
          <a:p>
            <a:pPr>
              <a:defRPr/>
            </a:pPr>
            <a:endParaRPr lang="en-GB" altLang="en-US"/>
          </a:p>
        </p:txBody>
      </p:sp>
      <p:sp>
        <p:nvSpPr>
          <p:cNvPr id="22" name="Footer Placeholder 21">
            <a:extLst>
              <a:ext uri="{FF2B5EF4-FFF2-40B4-BE49-F238E27FC236}">
                <a16:creationId xmlns:a16="http://schemas.microsoft.com/office/drawing/2014/main" id="{06E42E5E-D3A0-C7D6-6602-D498900D3C30}"/>
              </a:ext>
            </a:extLst>
          </p:cNvPr>
          <p:cNvSpPr>
            <a:spLocks noGrp="1"/>
          </p:cNvSpPr>
          <p:nvPr>
            <p:ph type="ftr" sz="quarter" idx="3"/>
          </p:nvPr>
        </p:nvSpPr>
        <p:spPr>
          <a:xfrm>
            <a:off x="4379913" y="6408738"/>
            <a:ext cx="2351087" cy="365125"/>
          </a:xfrm>
          <a:prstGeom prst="rect">
            <a:avLst/>
          </a:prstGeom>
        </p:spPr>
        <p:txBody>
          <a:bodyPr vert="horz" anchor="b"/>
          <a:lstStyle>
            <a:lvl1pPr algn="r" eaLnBrk="1" latinLnBrk="0" hangingPunct="1">
              <a:defRPr kumimoji="0" sz="1000">
                <a:solidFill>
                  <a:schemeClr val="tx1"/>
                </a:solidFill>
                <a:latin typeface="Arial" pitchFamily="34" charset="0"/>
                <a:cs typeface="Arial" pitchFamily="34" charset="0"/>
              </a:defRPr>
            </a:lvl1pPr>
            <a:extLst/>
          </a:lstStyle>
          <a:p>
            <a:pPr>
              <a:defRPr/>
            </a:pPr>
            <a:endParaRPr lang="en-GB" altLang="en-US"/>
          </a:p>
        </p:txBody>
      </p:sp>
      <p:sp>
        <p:nvSpPr>
          <p:cNvPr id="18" name="Slide Number Placeholder 17">
            <a:extLst>
              <a:ext uri="{FF2B5EF4-FFF2-40B4-BE49-F238E27FC236}">
                <a16:creationId xmlns:a16="http://schemas.microsoft.com/office/drawing/2014/main" id="{90977CC0-4B1A-3253-BC70-849248F5555B}"/>
              </a:ext>
            </a:extLst>
          </p:cNvPr>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a:defRPr sz="1000"/>
            </a:lvl1pPr>
          </a:lstStyle>
          <a:p>
            <a:fld id="{F84B0898-5747-49A3-AC8A-81A3AE85D933}"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3983" r:id="rId1"/>
    <p:sldLayoutId id="2147483979" r:id="rId2"/>
    <p:sldLayoutId id="2147483984" r:id="rId3"/>
    <p:sldLayoutId id="2147483985" r:id="rId4"/>
    <p:sldLayoutId id="2147483986" r:id="rId5"/>
    <p:sldLayoutId id="2147483987" r:id="rId6"/>
    <p:sldLayoutId id="2147483980" r:id="rId7"/>
    <p:sldLayoutId id="2147483988" r:id="rId8"/>
    <p:sldLayoutId id="2147483989" r:id="rId9"/>
    <p:sldLayoutId id="2147483981" r:id="rId10"/>
    <p:sldLayoutId id="2147483982" r:id="rId11"/>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mj-lt"/>
          <a:ea typeface="+mj-ea"/>
          <a:cs typeface="+mj-cs"/>
        </a:defRPr>
      </a:lvl1pPr>
      <a:lvl2pPr algn="l" rtl="0" eaLnBrk="0" fontAlgn="base" hangingPunct="0">
        <a:spcBef>
          <a:spcPct val="0"/>
        </a:spcBef>
        <a:spcAft>
          <a:spcPct val="0"/>
        </a:spcAft>
        <a:defRPr sz="4100" b="1">
          <a:solidFill>
            <a:schemeClr val="tx2"/>
          </a:solidFill>
          <a:latin typeface="Lucida Sans Unicode" pitchFamily="34" charset="0"/>
          <a:cs typeface="Arial" charset="0"/>
        </a:defRPr>
      </a:lvl2pPr>
      <a:lvl3pPr algn="l" rtl="0" eaLnBrk="0" fontAlgn="base" hangingPunct="0">
        <a:spcBef>
          <a:spcPct val="0"/>
        </a:spcBef>
        <a:spcAft>
          <a:spcPct val="0"/>
        </a:spcAft>
        <a:defRPr sz="4100" b="1">
          <a:solidFill>
            <a:schemeClr val="tx2"/>
          </a:solidFill>
          <a:latin typeface="Lucida Sans Unicode" pitchFamily="34" charset="0"/>
          <a:cs typeface="Arial" charset="0"/>
        </a:defRPr>
      </a:lvl3pPr>
      <a:lvl4pPr algn="l" rtl="0" eaLnBrk="0" fontAlgn="base" hangingPunct="0">
        <a:spcBef>
          <a:spcPct val="0"/>
        </a:spcBef>
        <a:spcAft>
          <a:spcPct val="0"/>
        </a:spcAft>
        <a:defRPr sz="4100" b="1">
          <a:solidFill>
            <a:schemeClr val="tx2"/>
          </a:solidFill>
          <a:latin typeface="Lucida Sans Unicode" pitchFamily="34" charset="0"/>
          <a:cs typeface="Arial" charset="0"/>
        </a:defRPr>
      </a:lvl4pPr>
      <a:lvl5pPr algn="l" rtl="0" eaLnBrk="0" fontAlgn="base" hangingPunct="0">
        <a:spcBef>
          <a:spcPct val="0"/>
        </a:spcBef>
        <a:spcAft>
          <a:spcPct val="0"/>
        </a:spcAft>
        <a:defRPr sz="4100" b="1">
          <a:solidFill>
            <a:schemeClr val="tx2"/>
          </a:solidFill>
          <a:latin typeface="Lucida Sans Unicode" pitchFamily="34" charset="0"/>
          <a:cs typeface="Arial" charset="0"/>
        </a:defRPr>
      </a:lvl5pPr>
      <a:lvl6pPr marL="457200" algn="l" rtl="0" fontAlgn="base">
        <a:spcBef>
          <a:spcPct val="0"/>
        </a:spcBef>
        <a:spcAft>
          <a:spcPct val="0"/>
        </a:spcAft>
        <a:defRPr sz="4100" b="1">
          <a:solidFill>
            <a:schemeClr val="tx2"/>
          </a:solidFill>
          <a:latin typeface="Lucida Sans Unicode" pitchFamily="34" charset="0"/>
          <a:cs typeface="Arial" charset="0"/>
        </a:defRPr>
      </a:lvl6pPr>
      <a:lvl7pPr marL="914400" algn="l" rtl="0" fontAlgn="base">
        <a:spcBef>
          <a:spcPct val="0"/>
        </a:spcBef>
        <a:spcAft>
          <a:spcPct val="0"/>
        </a:spcAft>
        <a:defRPr sz="4100" b="1">
          <a:solidFill>
            <a:schemeClr val="tx2"/>
          </a:solidFill>
          <a:latin typeface="Lucida Sans Unicode" pitchFamily="34" charset="0"/>
          <a:cs typeface="Arial" charset="0"/>
        </a:defRPr>
      </a:lvl7pPr>
      <a:lvl8pPr marL="1371600" algn="l" rtl="0" fontAlgn="base">
        <a:spcBef>
          <a:spcPct val="0"/>
        </a:spcBef>
        <a:spcAft>
          <a:spcPct val="0"/>
        </a:spcAft>
        <a:defRPr sz="4100" b="1">
          <a:solidFill>
            <a:schemeClr val="tx2"/>
          </a:solidFill>
          <a:latin typeface="Lucida Sans Unicode" pitchFamily="34" charset="0"/>
          <a:cs typeface="Arial" charset="0"/>
        </a:defRPr>
      </a:lvl8pPr>
      <a:lvl9pPr marL="1828800" algn="l" rtl="0" fontAlgn="base">
        <a:spcBef>
          <a:spcPct val="0"/>
        </a:spcBef>
        <a:spcAft>
          <a:spcPct val="0"/>
        </a:spcAft>
        <a:defRPr sz="4100" b="1">
          <a:solidFill>
            <a:schemeClr val="tx2"/>
          </a:solidFill>
          <a:latin typeface="Lucida Sans Unicode" pitchFamily="34" charset="0"/>
          <a:cs typeface="Arial"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mn-lt"/>
          <a:ea typeface="+mn-ea"/>
          <a:cs typeface="+mn-cs"/>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mn-lt"/>
          <a:ea typeface="+mn-ea"/>
          <a:cs typeface="+mn-cs"/>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mn-lt"/>
          <a:ea typeface="+mn-ea"/>
          <a:cs typeface="+mn-cs"/>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mn-lt"/>
          <a:ea typeface="+mn-ea"/>
          <a:cs typeface="+mn-cs"/>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4.jpe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oleObject" Target="../embeddings/oleObject1.bin"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 standalone="yes"?>
<Relationships xmlns="http://schemas.openxmlformats.org/package/2006/relationships"><Relationship Id="rId2" Type="http://schemas.openxmlformats.org/officeDocument/2006/relationships/hyperlink" Target="heading.html" TargetMode="External" /><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2" Type="http://schemas.openxmlformats.org/officeDocument/2006/relationships/hyperlink" Target="paragraph.html" TargetMode="External" /><Relationship Id="rId1" Type="http://schemas.openxmlformats.org/officeDocument/2006/relationships/slideLayout" Target="../slideLayouts/slideLayout2.xml" /></Relationships>
</file>

<file path=ppt/slides/_rels/slide30.xml.rels><?xml version="1.0" encoding="UTF-8" standalone="yes"?>
<Relationships xmlns="http://schemas.openxmlformats.org/package/2006/relationships"><Relationship Id="rId2" Type="http://schemas.openxmlformats.org/officeDocument/2006/relationships/hyperlink" Target="Lines.html" TargetMode="External" /><Relationship Id="rId1" Type="http://schemas.openxmlformats.org/officeDocument/2006/relationships/slideLayout" Target="../slideLayouts/slideLayout2.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2" Type="http://schemas.openxmlformats.org/officeDocument/2006/relationships/hyperlink" Target="bui.html" TargetMode="External"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086B973-572E-39D4-51DF-61EFA54A39AA}"/>
              </a:ext>
            </a:extLst>
          </p:cNvPr>
          <p:cNvSpPr>
            <a:spLocks noGrp="1" noChangeArrowheads="1"/>
          </p:cNvSpPr>
          <p:nvPr>
            <p:ph type="ctrTitle"/>
          </p:nvPr>
        </p:nvSpPr>
        <p:spPr/>
        <p:txBody>
          <a:bodyPr/>
          <a:lstStyle/>
          <a:p>
            <a:pPr eaLnBrk="1" fontAlgn="auto" hangingPunct="1">
              <a:spcAft>
                <a:spcPts val="0"/>
              </a:spcAft>
              <a:defRPr/>
            </a:pPr>
            <a:r>
              <a:rPr lang="en-US">
                <a:solidFill>
                  <a:schemeClr val="tx1"/>
                </a:solidFill>
              </a:rPr>
              <a:t>CS315</a:t>
            </a:r>
            <a:br>
              <a:rPr lang="en-US">
                <a:solidFill>
                  <a:schemeClr val="tx1"/>
                </a:solidFill>
              </a:rPr>
            </a:br>
            <a:r>
              <a:rPr lang="en-US">
                <a:solidFill>
                  <a:schemeClr val="tx1"/>
                </a:solidFill>
              </a:rPr>
              <a:t>Lecture 4</a:t>
            </a:r>
            <a:endParaRPr lang="en-GB">
              <a:solidFill>
                <a:schemeClr val="tx1"/>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14">
            <a:extLst>
              <a:ext uri="{FF2B5EF4-FFF2-40B4-BE49-F238E27FC236}">
                <a16:creationId xmlns:a16="http://schemas.microsoft.com/office/drawing/2014/main" id="{C716A13E-3EC9-9D11-8B67-E82E58F0B9F5}"/>
              </a:ext>
            </a:extLst>
          </p:cNvPr>
          <p:cNvSpPr>
            <a:spLocks noGrp="1" noChangeArrowheads="1"/>
          </p:cNvSpPr>
          <p:nvPr>
            <p:ph idx="1"/>
          </p:nvPr>
        </p:nvSpPr>
        <p:spPr>
          <a:xfrm>
            <a:off x="152400" y="1295400"/>
            <a:ext cx="8839200" cy="5105400"/>
          </a:xfrm>
        </p:spPr>
        <p:txBody>
          <a:bodyPr/>
          <a:lstStyle/>
          <a:p>
            <a:pPr eaLnBrk="1" hangingPunct="1">
              <a:lnSpc>
                <a:spcPct val="120000"/>
              </a:lnSpc>
              <a:spcBef>
                <a:spcPct val="30000"/>
              </a:spcBef>
              <a:buFont typeface="Wingdings" panose="05000000000000000000" pitchFamily="2" charset="2"/>
              <a:buNone/>
            </a:pPr>
            <a:r>
              <a:rPr lang="en-US" altLang="en-US" sz="2400">
                <a:latin typeface="Times New Roman" panose="02020603050405020304" pitchFamily="18" charset="0"/>
                <a:cs typeface="Times New Roman" panose="02020603050405020304" pitchFamily="18" charset="0"/>
              </a:rPr>
              <a:t>The web application has two types which are :</a:t>
            </a:r>
          </a:p>
          <a:p>
            <a:pPr algn="just" eaLnBrk="1" hangingPunct="1">
              <a:lnSpc>
                <a:spcPct val="120000"/>
              </a:lnSpc>
              <a:spcBef>
                <a:spcPct val="30000"/>
              </a:spcBef>
            </a:pPr>
            <a:r>
              <a:rPr lang="en-US" altLang="en-US" sz="2400" b="1">
                <a:latin typeface="Times New Roman" panose="02020603050405020304" pitchFamily="18" charset="0"/>
                <a:cs typeface="Times New Roman" panose="02020603050405020304" pitchFamily="18" charset="0"/>
              </a:rPr>
              <a:t>static web sites</a:t>
            </a:r>
            <a:r>
              <a:rPr lang="en-US" altLang="en-US" sz="2400">
                <a:latin typeface="Times New Roman" panose="02020603050405020304" pitchFamily="18" charset="0"/>
                <a:cs typeface="Times New Roman" panose="02020603050405020304" pitchFamily="18" charset="0"/>
              </a:rPr>
              <a:t>  : the content  of it’s pages are written at the design time, this information will stay, as it is until the developer changes it, this can be developed for personal sites, small companies sites … etc.  </a:t>
            </a:r>
          </a:p>
          <a:p>
            <a:pPr algn="just" eaLnBrk="1" hangingPunct="1">
              <a:lnSpc>
                <a:spcPct val="120000"/>
              </a:lnSpc>
              <a:spcBef>
                <a:spcPct val="30000"/>
              </a:spcBef>
            </a:pPr>
            <a:r>
              <a:rPr lang="en-US" altLang="en-US" sz="2400" b="1">
                <a:latin typeface="Times New Roman" panose="02020603050405020304" pitchFamily="18" charset="0"/>
                <a:cs typeface="Times New Roman" panose="02020603050405020304" pitchFamily="18" charset="0"/>
              </a:rPr>
              <a:t>Dynamic web sites: </a:t>
            </a:r>
            <a:r>
              <a:rPr lang="en-US" altLang="en-US" sz="2400">
                <a:latin typeface="Times New Roman" panose="02020603050405020304" pitchFamily="18" charset="0"/>
                <a:cs typeface="Times New Roman" panose="02020603050405020304" pitchFamily="18" charset="0"/>
              </a:rPr>
              <a:t>the content  of it’s pages changes depending on a database, that means every time we change the data inside the database the site will view the new information, this kind can be used for developing a news sites, sports sites, commercial sites, universities … etc. </a:t>
            </a:r>
          </a:p>
        </p:txBody>
      </p:sp>
      <p:sp>
        <p:nvSpPr>
          <p:cNvPr id="5122" name="Rectangle 13">
            <a:extLst>
              <a:ext uri="{FF2B5EF4-FFF2-40B4-BE49-F238E27FC236}">
                <a16:creationId xmlns:a16="http://schemas.microsoft.com/office/drawing/2014/main" id="{E1056118-BAFA-07E2-D239-DA753A360727}"/>
              </a:ext>
            </a:extLst>
          </p:cNvPr>
          <p:cNvSpPr>
            <a:spLocks noGrp="1" noChangeArrowheads="1"/>
          </p:cNvSpPr>
          <p:nvPr>
            <p:ph type="title"/>
          </p:nvPr>
        </p:nvSpPr>
        <p:spPr/>
        <p:txBody>
          <a:bodyPr/>
          <a:lstStyle/>
          <a:p>
            <a:pPr eaLnBrk="1" fontAlgn="auto" hangingPunct="1">
              <a:spcAft>
                <a:spcPts val="0"/>
              </a:spcAft>
              <a:defRPr/>
            </a:pPr>
            <a:r>
              <a:rPr lang="en-US" dirty="0">
                <a:solidFill>
                  <a:schemeClr val="tx1"/>
                </a:solidFill>
              </a:rPr>
              <a:t>Types of web application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951F10C6-BABA-01BF-1099-5A205E5C3C0C}"/>
              </a:ext>
            </a:extLst>
          </p:cNvPr>
          <p:cNvSpPr>
            <a:spLocks noGrp="1" noChangeArrowheads="1"/>
          </p:cNvSpPr>
          <p:nvPr>
            <p:ph idx="1"/>
          </p:nvPr>
        </p:nvSpPr>
        <p:spPr>
          <a:xfrm>
            <a:off x="304800" y="1219200"/>
            <a:ext cx="8382000" cy="4953000"/>
          </a:xfrm>
        </p:spPr>
        <p:txBody>
          <a:bodyPr/>
          <a:lstStyle/>
          <a:p>
            <a:pPr eaLnBrk="1" hangingPunct="1"/>
            <a:r>
              <a:rPr lang="en-US" altLang="en-US" sz="2400" b="1">
                <a:latin typeface="Times New Roman" panose="02020603050405020304" pitchFamily="18" charset="0"/>
                <a:cs typeface="Times New Roman" panose="02020603050405020304" pitchFamily="18" charset="0"/>
              </a:rPr>
              <a:t>Design Language (HTML):</a:t>
            </a:r>
            <a:endParaRPr lang="en-US" altLang="en-US" sz="2400">
              <a:latin typeface="Times New Roman" panose="02020603050405020304" pitchFamily="18" charset="0"/>
              <a:cs typeface="Times New Roman" panose="02020603050405020304" pitchFamily="18" charset="0"/>
            </a:endParaRPr>
          </a:p>
          <a:p>
            <a:pPr algn="just" eaLnBrk="1" hangingPunct="1">
              <a:lnSpc>
                <a:spcPct val="120000"/>
              </a:lnSpc>
              <a:buFont typeface="Wingdings" panose="05000000000000000000" pitchFamily="2" charset="2"/>
              <a:buNone/>
            </a:pPr>
            <a:r>
              <a:rPr lang="en-US" altLang="en-US" sz="2400">
                <a:latin typeface="Times New Roman" panose="02020603050405020304" pitchFamily="18" charset="0"/>
                <a:cs typeface="Times New Roman" panose="02020603050405020304" pitchFamily="18" charset="0"/>
              </a:rPr>
              <a:t>           Hyper Text Markup Language (HTML) is one of the most known and easy designing languages (which also called Markup Languages). It contains number of commands that is called Tags, each tag gives a certain output.</a:t>
            </a:r>
          </a:p>
          <a:p>
            <a:pPr eaLnBrk="1" hangingPunct="1"/>
            <a:r>
              <a:rPr lang="en-US" altLang="en-US" sz="2400" b="1">
                <a:latin typeface="Times New Roman" panose="02020603050405020304" pitchFamily="18" charset="0"/>
                <a:cs typeface="Times New Roman" panose="02020603050405020304" pitchFamily="18" charset="0"/>
              </a:rPr>
              <a:t>Scripting Languages :</a:t>
            </a:r>
            <a:endParaRPr lang="en-US" altLang="en-US" sz="2400">
              <a:latin typeface="Times New Roman" panose="02020603050405020304" pitchFamily="18" charset="0"/>
              <a:cs typeface="Times New Roman" panose="02020603050405020304" pitchFamily="18" charset="0"/>
            </a:endParaRPr>
          </a:p>
          <a:p>
            <a:pPr algn="just" eaLnBrk="1" hangingPunct="1">
              <a:lnSpc>
                <a:spcPct val="130000"/>
              </a:lnSpc>
              <a:buFont typeface="Wingdings" panose="05000000000000000000" pitchFamily="2" charset="2"/>
              <a:buNone/>
            </a:pPr>
            <a:r>
              <a:rPr lang="en-US" altLang="en-US" sz="2400">
                <a:latin typeface="Times New Roman" panose="02020603050405020304" pitchFamily="18" charset="0"/>
                <a:cs typeface="Times New Roman" panose="02020603050405020304" pitchFamily="18" charset="0"/>
              </a:rPr>
              <a:t>        A script language is an embedded language that we use it to add more action to our site (events and events handlers), there are two types of scripting languages that is Client Side Scripts </a:t>
            </a:r>
            <a:r>
              <a:rPr lang="en-US" altLang="en-US" sz="2400" b="1">
                <a:solidFill>
                  <a:srgbClr val="000066"/>
                </a:solidFill>
                <a:latin typeface="Times New Roman" panose="02020603050405020304" pitchFamily="18" charset="0"/>
                <a:cs typeface="Times New Roman" panose="02020603050405020304" pitchFamily="18" charset="0"/>
              </a:rPr>
              <a:t>(CSS)</a:t>
            </a:r>
            <a:r>
              <a:rPr lang="en-US" altLang="en-US" sz="2400">
                <a:latin typeface="Times New Roman" panose="02020603050405020304" pitchFamily="18" charset="0"/>
                <a:cs typeface="Times New Roman" panose="02020603050405020304" pitchFamily="18" charset="0"/>
              </a:rPr>
              <a:t> and Server Side Scripts </a:t>
            </a:r>
            <a:r>
              <a:rPr lang="en-US" altLang="en-US" sz="2400" b="1">
                <a:solidFill>
                  <a:srgbClr val="000066"/>
                </a:solidFill>
                <a:latin typeface="Times New Roman" panose="02020603050405020304" pitchFamily="18" charset="0"/>
                <a:cs typeface="Times New Roman" panose="02020603050405020304" pitchFamily="18" charset="0"/>
              </a:rPr>
              <a:t>(SSS)</a:t>
            </a:r>
            <a:r>
              <a:rPr lang="en-US" altLang="en-US" sz="2400">
                <a:latin typeface="Times New Roman" panose="02020603050405020304" pitchFamily="18" charset="0"/>
                <a:cs typeface="Times New Roman" panose="02020603050405020304" pitchFamily="18" charset="0"/>
              </a:rPr>
              <a:t>. </a:t>
            </a:r>
          </a:p>
        </p:txBody>
      </p:sp>
      <p:sp>
        <p:nvSpPr>
          <p:cNvPr id="6146" name="Rectangle 2">
            <a:extLst>
              <a:ext uri="{FF2B5EF4-FFF2-40B4-BE49-F238E27FC236}">
                <a16:creationId xmlns:a16="http://schemas.microsoft.com/office/drawing/2014/main" id="{6D74367B-0AEB-6D95-5067-F240738E6A21}"/>
              </a:ext>
            </a:extLst>
          </p:cNvPr>
          <p:cNvSpPr>
            <a:spLocks noGrp="1" noChangeArrowheads="1"/>
          </p:cNvSpPr>
          <p:nvPr>
            <p:ph type="title"/>
          </p:nvPr>
        </p:nvSpPr>
        <p:spPr/>
        <p:txBody>
          <a:bodyPr/>
          <a:lstStyle/>
          <a:p>
            <a:pPr eaLnBrk="1" fontAlgn="auto" hangingPunct="1">
              <a:spcAft>
                <a:spcPts val="0"/>
              </a:spcAft>
              <a:defRPr/>
            </a:pPr>
            <a:r>
              <a:rPr lang="en-GB" sz="4000">
                <a:solidFill>
                  <a:schemeClr val="tx1"/>
                </a:solidFill>
              </a:rPr>
              <a:t>Languages of Web  designing</a:t>
            </a:r>
            <a:r>
              <a:rPr lang="en-GB" sz="4000"/>
              <a:t> </a:t>
            </a:r>
            <a:endParaRPr lang="en-US" sz="40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FE363C0B-5F97-0C11-AB63-0110FB8607A9}"/>
              </a:ext>
            </a:extLst>
          </p:cNvPr>
          <p:cNvSpPr>
            <a:spLocks noGrp="1" noChangeArrowheads="1"/>
          </p:cNvSpPr>
          <p:nvPr>
            <p:ph idx="1"/>
          </p:nvPr>
        </p:nvSpPr>
        <p:spPr>
          <a:xfrm>
            <a:off x="304800" y="762000"/>
            <a:ext cx="8610600" cy="5334000"/>
          </a:xfrm>
        </p:spPr>
        <p:txBody>
          <a:bodyPr lIns="0" tIns="0" rIns="0" bIns="0"/>
          <a:lstStyle/>
          <a:p>
            <a:pPr eaLnBrk="1" hangingPunct="1">
              <a:lnSpc>
                <a:spcPct val="90000"/>
              </a:lnSpc>
            </a:pPr>
            <a:endParaRPr lang="en-US" altLang="en-US" sz="2400" b="1">
              <a:latin typeface="Times New Roman" panose="02020603050405020304" pitchFamily="18" charset="0"/>
              <a:cs typeface="Times New Roman" panose="02020603050405020304" pitchFamily="18" charset="0"/>
            </a:endParaRPr>
          </a:p>
          <a:p>
            <a:pPr eaLnBrk="1" hangingPunct="1">
              <a:lnSpc>
                <a:spcPct val="90000"/>
              </a:lnSpc>
            </a:pPr>
            <a:r>
              <a:rPr lang="en-US" altLang="en-US" sz="2400" b="1">
                <a:latin typeface="Times New Roman" panose="02020603050405020304" pitchFamily="18" charset="0"/>
                <a:cs typeface="Times New Roman" panose="02020603050405020304" pitchFamily="18" charset="0"/>
              </a:rPr>
              <a:t>Client Side Scripts (</a:t>
            </a:r>
            <a:r>
              <a:rPr lang="en-US" altLang="en-US" sz="2400" b="1" i="1">
                <a:latin typeface="Times New Roman" panose="02020603050405020304" pitchFamily="18" charset="0"/>
                <a:cs typeface="Times New Roman" panose="02020603050405020304" pitchFamily="18" charset="0"/>
              </a:rPr>
              <a:t>CSS</a:t>
            </a:r>
            <a:r>
              <a:rPr lang="en-US" altLang="en-US" sz="2400" b="1">
                <a:latin typeface="Times New Roman" panose="02020603050405020304" pitchFamily="18" charset="0"/>
                <a:cs typeface="Times New Roman" panose="02020603050405020304" pitchFamily="18" charset="0"/>
              </a:rPr>
              <a:t>) :   </a:t>
            </a:r>
            <a:endParaRPr lang="en-US" altLang="en-US" sz="2400">
              <a:latin typeface="Times New Roman" panose="02020603050405020304" pitchFamily="18" charset="0"/>
              <a:cs typeface="Times New Roman" panose="02020603050405020304" pitchFamily="18" charset="0"/>
            </a:endParaRPr>
          </a:p>
          <a:p>
            <a:pPr algn="just" eaLnBrk="1" hangingPunct="1">
              <a:lnSpc>
                <a:spcPct val="110000"/>
              </a:lnSpc>
              <a:buFont typeface="Wingdings" panose="05000000000000000000" pitchFamily="2" charset="2"/>
              <a:buNone/>
            </a:pPr>
            <a:r>
              <a:rPr lang="en-US" altLang="en-US" sz="2400">
                <a:latin typeface="Times New Roman" panose="02020603050405020304" pitchFamily="18" charset="0"/>
                <a:cs typeface="Times New Roman" panose="02020603050405020304" pitchFamily="18" charset="0"/>
              </a:rPr>
              <a:t>     It’s called like that because the browser in the client translates it. It gives the web page the power of interactivity; for example  JavaScript, VBScript.</a:t>
            </a:r>
          </a:p>
          <a:p>
            <a:pPr algn="just" eaLnBrk="1" hangingPunct="1">
              <a:lnSpc>
                <a:spcPct val="110000"/>
              </a:lnSpc>
              <a:buFont typeface="Wingdings" panose="05000000000000000000" pitchFamily="2" charset="2"/>
              <a:buNone/>
            </a:pPr>
            <a:endParaRPr lang="en-US" altLang="en-US" sz="2400">
              <a:latin typeface="Times New Roman" panose="02020603050405020304" pitchFamily="18" charset="0"/>
              <a:cs typeface="Times New Roman" panose="02020603050405020304" pitchFamily="18" charset="0"/>
            </a:endParaRPr>
          </a:p>
          <a:p>
            <a:pPr eaLnBrk="1" hangingPunct="1">
              <a:lnSpc>
                <a:spcPct val="90000"/>
              </a:lnSpc>
            </a:pPr>
            <a:r>
              <a:rPr lang="en-US" altLang="en-US" sz="2400" b="1">
                <a:latin typeface="Times New Roman" panose="02020603050405020304" pitchFamily="18" charset="0"/>
                <a:cs typeface="Times New Roman" panose="02020603050405020304" pitchFamily="18" charset="0"/>
              </a:rPr>
              <a:t>Server Side Script (</a:t>
            </a:r>
            <a:r>
              <a:rPr lang="en-US" altLang="en-US" sz="2400" b="1" i="1">
                <a:latin typeface="Times New Roman" panose="02020603050405020304" pitchFamily="18" charset="0"/>
                <a:cs typeface="Times New Roman" panose="02020603050405020304" pitchFamily="18" charset="0"/>
              </a:rPr>
              <a:t>SSS</a:t>
            </a:r>
            <a:r>
              <a:rPr lang="en-US" altLang="en-US" sz="2400" b="1">
                <a:latin typeface="Times New Roman" panose="02020603050405020304" pitchFamily="18" charset="0"/>
                <a:cs typeface="Times New Roman" panose="02020603050405020304" pitchFamily="18" charset="0"/>
              </a:rPr>
              <a:t>)</a:t>
            </a:r>
            <a:endParaRPr lang="en-US" altLang="en-US" sz="2400">
              <a:latin typeface="Times New Roman" panose="02020603050405020304" pitchFamily="18" charset="0"/>
              <a:cs typeface="Times New Roman" panose="02020603050405020304" pitchFamily="18" charset="0"/>
            </a:endParaRPr>
          </a:p>
          <a:p>
            <a:pPr algn="just" eaLnBrk="1" hangingPunct="1">
              <a:lnSpc>
                <a:spcPct val="130000"/>
              </a:lnSpc>
              <a:buFont typeface="Wingdings" panose="05000000000000000000" pitchFamily="2" charset="2"/>
              <a:buNone/>
            </a:pPr>
            <a:r>
              <a:rPr lang="en-US" altLang="en-US" sz="2400">
                <a:latin typeface="Times New Roman" panose="02020603050405020304" pitchFamily="18" charset="0"/>
                <a:cs typeface="Times New Roman" panose="02020603050405020304" pitchFamily="18" charset="0"/>
              </a:rPr>
              <a:t>     this kind of scripting is translated on the server, which is used to perform the programmatic tasks on the information that comes to and from the Web server . this scripts makes the information exchange between the Web site and the user.</a:t>
            </a:r>
          </a:p>
          <a:p>
            <a:pPr eaLnBrk="1" hangingPunct="1">
              <a:lnSpc>
                <a:spcPct val="110000"/>
              </a:lnSpc>
              <a:buFont typeface="Wingdings" panose="05000000000000000000" pitchFamily="2" charset="2"/>
              <a:buNone/>
            </a:pPr>
            <a:r>
              <a:rPr lang="en-US" altLang="en-US" sz="2400">
                <a:latin typeface="Times New Roman" panose="02020603050405020304" pitchFamily="18" charset="0"/>
                <a:cs typeface="Times New Roman" panose="02020603050405020304" pitchFamily="18" charset="0"/>
              </a:rPr>
              <a:t>    CGI, Perl, ASP and PHP are the examples of this type of scripts</a:t>
            </a:r>
          </a:p>
        </p:txBody>
      </p:sp>
      <p:sp>
        <p:nvSpPr>
          <p:cNvPr id="7170" name="Rectangle 2">
            <a:extLst>
              <a:ext uri="{FF2B5EF4-FFF2-40B4-BE49-F238E27FC236}">
                <a16:creationId xmlns:a16="http://schemas.microsoft.com/office/drawing/2014/main" id="{4A254A80-8FFF-3C6F-DAAE-98B9885D86E1}"/>
              </a:ext>
            </a:extLst>
          </p:cNvPr>
          <p:cNvSpPr>
            <a:spLocks noGrp="1" noChangeArrowheads="1"/>
          </p:cNvSpPr>
          <p:nvPr>
            <p:ph type="title"/>
          </p:nvPr>
        </p:nvSpPr>
        <p:spPr/>
        <p:txBody>
          <a:bodyPr/>
          <a:lstStyle/>
          <a:p>
            <a:pPr eaLnBrk="1" fontAlgn="auto" hangingPunct="1">
              <a:spcAft>
                <a:spcPts val="0"/>
              </a:spcAft>
              <a:defRPr/>
            </a:pPr>
            <a:r>
              <a:rPr lang="en-US" sz="4000">
                <a:solidFill>
                  <a:schemeClr val="tx1"/>
                </a:solidFill>
              </a:rPr>
              <a:t>Scripting Languages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7140B773-97B0-1946-6E40-81CB1A8FE15F}"/>
              </a:ext>
            </a:extLst>
          </p:cNvPr>
          <p:cNvSpPr>
            <a:spLocks noGrp="1" noChangeArrowheads="1"/>
          </p:cNvSpPr>
          <p:nvPr>
            <p:ph type="title" idx="4294967295"/>
          </p:nvPr>
        </p:nvSpPr>
        <p:spPr>
          <a:xfrm>
            <a:off x="0" y="274638"/>
            <a:ext cx="8229600" cy="1143000"/>
          </a:xfrm>
        </p:spPr>
        <p:txBody>
          <a:bodyPr/>
          <a:lstStyle/>
          <a:p>
            <a:pPr eaLnBrk="1" fontAlgn="auto" hangingPunct="1">
              <a:spcAft>
                <a:spcPts val="0"/>
              </a:spcAft>
              <a:defRPr/>
            </a:pPr>
            <a:r>
              <a:rPr lang="en-US" sz="4000">
                <a:solidFill>
                  <a:schemeClr val="tx1"/>
                </a:solidFill>
              </a:rPr>
              <a:t>Server-Side Processing</a:t>
            </a:r>
            <a:r>
              <a:rPr lang="en-US"/>
              <a:t> </a:t>
            </a:r>
          </a:p>
        </p:txBody>
      </p:sp>
      <p:grpSp>
        <p:nvGrpSpPr>
          <p:cNvPr id="13315" name="Group 3">
            <a:extLst>
              <a:ext uri="{FF2B5EF4-FFF2-40B4-BE49-F238E27FC236}">
                <a16:creationId xmlns:a16="http://schemas.microsoft.com/office/drawing/2014/main" id="{2DDBC09D-DB12-CA74-B65E-49400738EA41}"/>
              </a:ext>
            </a:extLst>
          </p:cNvPr>
          <p:cNvGrpSpPr>
            <a:grpSpLocks/>
          </p:cNvGrpSpPr>
          <p:nvPr/>
        </p:nvGrpSpPr>
        <p:grpSpPr bwMode="auto">
          <a:xfrm>
            <a:off x="609600" y="1219200"/>
            <a:ext cx="8382000" cy="5105400"/>
            <a:chOff x="609600" y="1219200"/>
            <a:chExt cx="8382000" cy="5105400"/>
          </a:xfrm>
        </p:grpSpPr>
        <p:grpSp>
          <p:nvGrpSpPr>
            <p:cNvPr id="3" name="Group 4">
              <a:extLst>
                <a:ext uri="{FF2B5EF4-FFF2-40B4-BE49-F238E27FC236}">
                  <a16:creationId xmlns:a16="http://schemas.microsoft.com/office/drawing/2014/main" id="{BEAF5485-962D-734D-62E9-1D569E929D63}"/>
                </a:ext>
              </a:extLst>
            </p:cNvPr>
            <p:cNvGrpSpPr>
              <a:grpSpLocks/>
            </p:cNvGrpSpPr>
            <p:nvPr/>
          </p:nvGrpSpPr>
          <p:grpSpPr bwMode="auto">
            <a:xfrm>
              <a:off x="609600" y="1219200"/>
              <a:ext cx="8382000" cy="5105400"/>
              <a:chOff x="1581" y="9424"/>
              <a:chExt cx="8880" cy="6000"/>
            </a:xfrm>
            <a:noFill/>
          </p:grpSpPr>
          <p:pic>
            <p:nvPicPr>
              <p:cNvPr id="8198" name="Picture 5" descr="PHPLife">
                <a:extLst>
                  <a:ext uri="{FF2B5EF4-FFF2-40B4-BE49-F238E27FC236}">
                    <a16:creationId xmlns:a16="http://schemas.microsoft.com/office/drawing/2014/main" id="{6B834A75-4F51-B670-0C00-ACA3D1466EC1}"/>
                  </a:ext>
                </a:extLst>
              </p:cNvPr>
              <p:cNvPicPr>
                <a:picLocks noChangeAspect="1" noChangeArrowheads="1"/>
              </p:cNvPicPr>
              <p:nvPr/>
            </p:nvPicPr>
            <p:blipFill>
              <a:blip r:embed="rId2" cstate="print"/>
              <a:srcRect/>
              <a:stretch>
                <a:fillRect/>
              </a:stretch>
            </p:blipFill>
            <p:spPr bwMode="auto">
              <a:xfrm>
                <a:off x="1581" y="9424"/>
                <a:ext cx="8880" cy="5821"/>
              </a:xfrm>
              <a:prstGeom prst="rect">
                <a:avLst/>
              </a:prstGeom>
              <a:grpFill/>
              <a:ln w="9525">
                <a:noFill/>
                <a:miter lim="800000"/>
                <a:headEnd/>
                <a:tailEnd/>
              </a:ln>
            </p:spPr>
          </p:pic>
          <p:sp>
            <p:nvSpPr>
              <p:cNvPr id="8199" name="Text Box 6">
                <a:extLst>
                  <a:ext uri="{FF2B5EF4-FFF2-40B4-BE49-F238E27FC236}">
                    <a16:creationId xmlns:a16="http://schemas.microsoft.com/office/drawing/2014/main" id="{B9701D99-EC64-CA51-B266-EA3F24038E2A}"/>
                  </a:ext>
                </a:extLst>
              </p:cNvPr>
              <p:cNvSpPr txBox="1">
                <a:spLocks noChangeArrowheads="1"/>
              </p:cNvSpPr>
              <p:nvPr/>
            </p:nvSpPr>
            <p:spPr bwMode="auto">
              <a:xfrm>
                <a:off x="3501" y="14944"/>
                <a:ext cx="3360" cy="480"/>
              </a:xfrm>
              <a:prstGeom prst="rect">
                <a:avLst/>
              </a:prstGeom>
              <a:grpFill/>
              <a:ln w="9525">
                <a:noFill/>
                <a:miter lim="800000"/>
                <a:headEnd/>
                <a:tailEnd/>
              </a:ln>
            </p:spPr>
            <p:txBody>
              <a:bodyPr/>
              <a:lstStyle/>
              <a:p>
                <a:pPr rtl="1">
                  <a:defRPr/>
                </a:pPr>
                <a:endParaRPr lang="en-US" sz="5400"/>
              </a:p>
            </p:txBody>
          </p:sp>
        </p:grpSp>
        <p:sp>
          <p:nvSpPr>
            <p:cNvPr id="8197" name="Text Box 7">
              <a:extLst>
                <a:ext uri="{FF2B5EF4-FFF2-40B4-BE49-F238E27FC236}">
                  <a16:creationId xmlns:a16="http://schemas.microsoft.com/office/drawing/2014/main" id="{462A9C4F-6762-0EB9-56A3-02F1DC89B780}"/>
                </a:ext>
              </a:extLst>
            </p:cNvPr>
            <p:cNvSpPr txBox="1">
              <a:spLocks noChangeArrowheads="1"/>
            </p:cNvSpPr>
            <p:nvPr/>
          </p:nvSpPr>
          <p:spPr bwMode="auto">
            <a:xfrm>
              <a:off x="7962900" y="5059363"/>
              <a:ext cx="419100" cy="214312"/>
            </a:xfrm>
            <a:prstGeom prst="rect">
              <a:avLst/>
            </a:prstGeom>
            <a:solidFill>
              <a:schemeClr val="bg1">
                <a:lumMod val="85000"/>
              </a:schemeClr>
            </a:solidFill>
            <a:ln w="9525">
              <a:noFill/>
              <a:miter lim="800000"/>
              <a:headEnd/>
              <a:tailEnd/>
            </a:ln>
          </p:spPr>
          <p:txBody>
            <a:bodyPr lIns="0" tIns="0" rIns="0" bIns="0" anchor="ctr">
              <a:spAutoFit/>
            </a:bodyPr>
            <a:lstStyle/>
            <a:p>
              <a:pPr rtl="1">
                <a:spcBef>
                  <a:spcPct val="50000"/>
                </a:spcBef>
                <a:defRPr/>
              </a:pPr>
              <a:r>
                <a:rPr lang="en-GB" sz="1400" b="1" dirty="0">
                  <a:solidFill>
                    <a:schemeClr val="tx2"/>
                  </a:solidFill>
                </a:rPr>
                <a:t>php</a:t>
              </a:r>
              <a:endParaRPr lang="en-US" sz="1400" b="1" dirty="0">
                <a:solidFill>
                  <a:schemeClr val="tx2"/>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0FB8A67A-D5A3-4A66-81A2-4A3C647F3B62}"/>
              </a:ext>
            </a:extLst>
          </p:cNvPr>
          <p:cNvSpPr>
            <a:spLocks noGrp="1" noChangeArrowheads="1"/>
          </p:cNvSpPr>
          <p:nvPr>
            <p:ph idx="1"/>
          </p:nvPr>
        </p:nvSpPr>
        <p:spPr>
          <a:xfrm>
            <a:off x="457200" y="1066800"/>
            <a:ext cx="8229600" cy="5064125"/>
          </a:xfrm>
        </p:spPr>
        <p:txBody>
          <a:bodyPr/>
          <a:lstStyle/>
          <a:p>
            <a:pPr eaLnBrk="1" hangingPunct="1">
              <a:lnSpc>
                <a:spcPct val="90000"/>
              </a:lnSpc>
            </a:pPr>
            <a:r>
              <a:rPr lang="en-US" altLang="en-US" sz="2400" b="1">
                <a:latin typeface="Times New Roman" panose="02020603050405020304" pitchFamily="18" charset="0"/>
                <a:cs typeface="Times New Roman" panose="02020603050405020304" pitchFamily="18" charset="0"/>
              </a:rPr>
              <a:t>Server-side script</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Is executed by the server before the web page is downloaded to the browser.</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Receives information passed to it from the browser or from files and also it’s deals with databases which is available to it on the server.</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Can be stored alone in a file like ASP file or embedded in a web page</a:t>
            </a:r>
          </a:p>
          <a:p>
            <a:pPr eaLnBrk="1" hangingPunct="1">
              <a:lnSpc>
                <a:spcPct val="90000"/>
              </a:lnSpc>
            </a:pPr>
            <a:r>
              <a:rPr lang="en-US" altLang="en-US" sz="2400" b="1">
                <a:latin typeface="Times New Roman" panose="02020603050405020304" pitchFamily="18" charset="0"/>
                <a:cs typeface="Times New Roman" panose="02020603050405020304" pitchFamily="18" charset="0"/>
              </a:rPr>
              <a:t>Client-side script</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Is executed by the browser either before the browser displays the page or when the user clicks a button or performs another action on the page</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Embedded in a web page</a:t>
            </a:r>
            <a:endParaRPr lang="en-GB" altLang="en-US" sz="2400">
              <a:latin typeface="Times New Roman" panose="02020603050405020304" pitchFamily="18" charset="0"/>
              <a:cs typeface="Times New Roman" panose="02020603050405020304" pitchFamily="18" charset="0"/>
            </a:endParaRPr>
          </a:p>
        </p:txBody>
      </p:sp>
      <p:sp>
        <p:nvSpPr>
          <p:cNvPr id="10242" name="Rectangle 2">
            <a:extLst>
              <a:ext uri="{FF2B5EF4-FFF2-40B4-BE49-F238E27FC236}">
                <a16:creationId xmlns:a16="http://schemas.microsoft.com/office/drawing/2014/main" id="{528376C7-F0AA-ABB2-92F6-00163754F48A}"/>
              </a:ext>
            </a:extLst>
          </p:cNvPr>
          <p:cNvSpPr>
            <a:spLocks noGrp="1" noChangeArrowheads="1"/>
          </p:cNvSpPr>
          <p:nvPr>
            <p:ph type="title"/>
          </p:nvPr>
        </p:nvSpPr>
        <p:spPr/>
        <p:txBody>
          <a:bodyPr/>
          <a:lstStyle/>
          <a:p>
            <a:pPr eaLnBrk="1" fontAlgn="auto" hangingPunct="1">
              <a:spcAft>
                <a:spcPts val="0"/>
              </a:spcAft>
              <a:defRPr/>
            </a:pPr>
            <a:r>
              <a:rPr lang="en-US" sz="4000">
                <a:solidFill>
                  <a:schemeClr val="tx1"/>
                </a:solidFill>
              </a:rPr>
              <a:t>Scripting Languages</a:t>
            </a:r>
            <a:endParaRPr lang="en-GB" sz="4000">
              <a:solidFill>
                <a:schemeClr val="tx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3">
            <a:extLst>
              <a:ext uri="{FF2B5EF4-FFF2-40B4-BE49-F238E27FC236}">
                <a16:creationId xmlns:a16="http://schemas.microsoft.com/office/drawing/2014/main" id="{971108F7-0A98-317C-A1F1-D54451D1C3AF}"/>
              </a:ext>
            </a:extLst>
          </p:cNvPr>
          <p:cNvSpPr>
            <a:spLocks noGrp="1" noChangeArrowheads="1"/>
          </p:cNvSpPr>
          <p:nvPr>
            <p:ph idx="1"/>
          </p:nvPr>
        </p:nvSpPr>
        <p:spPr/>
        <p:txBody>
          <a:bodyPr/>
          <a:lstStyle/>
          <a:p>
            <a:pPr eaLnBrk="1" hangingPunct="1">
              <a:lnSpc>
                <a:spcPct val="130000"/>
              </a:lnSpc>
            </a:pPr>
            <a:r>
              <a:rPr lang="en-US" altLang="en-US" sz="2600">
                <a:latin typeface="Times New Roman" panose="02020603050405020304" pitchFamily="18" charset="0"/>
                <a:cs typeface="Times New Roman" panose="02020603050405020304" pitchFamily="18" charset="0"/>
              </a:rPr>
              <a:t>HTML stands for </a:t>
            </a:r>
            <a:r>
              <a:rPr lang="en-US" altLang="en-US" sz="2600" b="1" u="sng">
                <a:solidFill>
                  <a:srgbClr val="0066CC"/>
                </a:solidFill>
                <a:latin typeface="Times New Roman" panose="02020603050405020304" pitchFamily="18" charset="0"/>
                <a:cs typeface="Times New Roman" panose="02020603050405020304" pitchFamily="18" charset="0"/>
              </a:rPr>
              <a:t>H</a:t>
            </a:r>
            <a:r>
              <a:rPr lang="en-US" altLang="en-US" sz="2600">
                <a:latin typeface="Times New Roman" panose="02020603050405020304" pitchFamily="18" charset="0"/>
                <a:cs typeface="Times New Roman" panose="02020603050405020304" pitchFamily="18" charset="0"/>
              </a:rPr>
              <a:t>yper </a:t>
            </a:r>
            <a:r>
              <a:rPr lang="en-US" altLang="en-US" sz="2600" b="1" u="sng">
                <a:solidFill>
                  <a:srgbClr val="0066CC"/>
                </a:solidFill>
                <a:latin typeface="Times New Roman" panose="02020603050405020304" pitchFamily="18" charset="0"/>
                <a:cs typeface="Times New Roman" panose="02020603050405020304" pitchFamily="18" charset="0"/>
              </a:rPr>
              <a:t>T</a:t>
            </a:r>
            <a:r>
              <a:rPr lang="en-US" altLang="en-US" sz="2600">
                <a:latin typeface="Times New Roman" panose="02020603050405020304" pitchFamily="18" charset="0"/>
                <a:cs typeface="Times New Roman" panose="02020603050405020304" pitchFamily="18" charset="0"/>
              </a:rPr>
              <a:t>ext </a:t>
            </a:r>
            <a:r>
              <a:rPr lang="en-US" altLang="en-US" sz="2600" b="1" u="sng">
                <a:solidFill>
                  <a:srgbClr val="0066CC"/>
                </a:solidFill>
                <a:latin typeface="Times New Roman" panose="02020603050405020304" pitchFamily="18" charset="0"/>
                <a:cs typeface="Times New Roman" panose="02020603050405020304" pitchFamily="18" charset="0"/>
              </a:rPr>
              <a:t>M</a:t>
            </a:r>
            <a:r>
              <a:rPr lang="en-US" altLang="en-US" sz="2600">
                <a:latin typeface="Times New Roman" panose="02020603050405020304" pitchFamily="18" charset="0"/>
                <a:cs typeface="Times New Roman" panose="02020603050405020304" pitchFamily="18" charset="0"/>
              </a:rPr>
              <a:t>arkup </a:t>
            </a:r>
            <a:r>
              <a:rPr lang="en-US" altLang="en-US" sz="2600" b="1" u="sng">
                <a:solidFill>
                  <a:srgbClr val="0066CC"/>
                </a:solidFill>
                <a:latin typeface="Times New Roman" panose="02020603050405020304" pitchFamily="18" charset="0"/>
                <a:cs typeface="Times New Roman" panose="02020603050405020304" pitchFamily="18" charset="0"/>
              </a:rPr>
              <a:t>L</a:t>
            </a:r>
            <a:r>
              <a:rPr lang="en-US" altLang="en-US" sz="2600">
                <a:latin typeface="Times New Roman" panose="02020603050405020304" pitchFamily="18" charset="0"/>
                <a:cs typeface="Times New Roman" panose="02020603050405020304" pitchFamily="18" charset="0"/>
              </a:rPr>
              <a:t>anguage </a:t>
            </a:r>
          </a:p>
          <a:p>
            <a:pPr eaLnBrk="1" hangingPunct="1">
              <a:lnSpc>
                <a:spcPct val="130000"/>
              </a:lnSpc>
            </a:pPr>
            <a:r>
              <a:rPr lang="en-US" altLang="en-US" sz="2600">
                <a:latin typeface="Times New Roman" panose="02020603050405020304" pitchFamily="18" charset="0"/>
                <a:cs typeface="Times New Roman" panose="02020603050405020304" pitchFamily="18" charset="0"/>
              </a:rPr>
              <a:t>An HTML file is a text file containing small </a:t>
            </a:r>
            <a:r>
              <a:rPr lang="en-US" altLang="en-US" sz="2600" b="1">
                <a:latin typeface="Times New Roman" panose="02020603050405020304" pitchFamily="18" charset="0"/>
                <a:cs typeface="Times New Roman" panose="02020603050405020304" pitchFamily="18" charset="0"/>
              </a:rPr>
              <a:t>markup tags</a:t>
            </a:r>
            <a:r>
              <a:rPr lang="en-US" altLang="en-US" sz="2600">
                <a:latin typeface="Times New Roman" panose="02020603050405020304" pitchFamily="18" charset="0"/>
                <a:cs typeface="Times New Roman" panose="02020603050405020304" pitchFamily="18" charset="0"/>
              </a:rPr>
              <a:t> </a:t>
            </a:r>
          </a:p>
          <a:p>
            <a:pPr eaLnBrk="1" hangingPunct="1">
              <a:lnSpc>
                <a:spcPct val="130000"/>
              </a:lnSpc>
            </a:pPr>
            <a:r>
              <a:rPr lang="en-US" altLang="en-US" sz="2600">
                <a:latin typeface="Times New Roman" panose="02020603050405020304" pitchFamily="18" charset="0"/>
                <a:cs typeface="Times New Roman" panose="02020603050405020304" pitchFamily="18" charset="0"/>
              </a:rPr>
              <a:t>The markup tags tell the Web browser </a:t>
            </a:r>
            <a:r>
              <a:rPr lang="en-US" altLang="en-US" sz="2600" b="1">
                <a:latin typeface="Times New Roman" panose="02020603050405020304" pitchFamily="18" charset="0"/>
                <a:cs typeface="Times New Roman" panose="02020603050405020304" pitchFamily="18" charset="0"/>
              </a:rPr>
              <a:t>how to display</a:t>
            </a:r>
            <a:r>
              <a:rPr lang="en-US" altLang="en-US" sz="2600">
                <a:latin typeface="Times New Roman" panose="02020603050405020304" pitchFamily="18" charset="0"/>
                <a:cs typeface="Times New Roman" panose="02020603050405020304" pitchFamily="18" charset="0"/>
              </a:rPr>
              <a:t> the page </a:t>
            </a:r>
          </a:p>
          <a:p>
            <a:pPr eaLnBrk="1" hangingPunct="1">
              <a:lnSpc>
                <a:spcPct val="130000"/>
              </a:lnSpc>
            </a:pPr>
            <a:r>
              <a:rPr lang="en-US" altLang="en-US" sz="2600">
                <a:latin typeface="Times New Roman" panose="02020603050405020304" pitchFamily="18" charset="0"/>
                <a:cs typeface="Times New Roman" panose="02020603050405020304" pitchFamily="18" charset="0"/>
              </a:rPr>
              <a:t>An HTML file must have an </a:t>
            </a:r>
            <a:r>
              <a:rPr lang="en-US" altLang="en-US" sz="2600" b="1">
                <a:latin typeface="Times New Roman" panose="02020603050405020304" pitchFamily="18" charset="0"/>
                <a:cs typeface="Times New Roman" panose="02020603050405020304" pitchFamily="18" charset="0"/>
              </a:rPr>
              <a:t>htm</a:t>
            </a:r>
            <a:r>
              <a:rPr lang="en-US" altLang="en-US" sz="2600">
                <a:latin typeface="Times New Roman" panose="02020603050405020304" pitchFamily="18" charset="0"/>
                <a:cs typeface="Times New Roman" panose="02020603050405020304" pitchFamily="18" charset="0"/>
              </a:rPr>
              <a:t> or </a:t>
            </a:r>
            <a:r>
              <a:rPr lang="en-US" altLang="en-US" sz="2600" b="1">
                <a:latin typeface="Times New Roman" panose="02020603050405020304" pitchFamily="18" charset="0"/>
                <a:cs typeface="Times New Roman" panose="02020603050405020304" pitchFamily="18" charset="0"/>
              </a:rPr>
              <a:t>html</a:t>
            </a:r>
            <a:r>
              <a:rPr lang="en-US" altLang="en-US" sz="2600">
                <a:latin typeface="Times New Roman" panose="02020603050405020304" pitchFamily="18" charset="0"/>
                <a:cs typeface="Times New Roman" panose="02020603050405020304" pitchFamily="18" charset="0"/>
              </a:rPr>
              <a:t> file extension </a:t>
            </a:r>
          </a:p>
          <a:p>
            <a:pPr eaLnBrk="1" hangingPunct="1">
              <a:lnSpc>
                <a:spcPct val="130000"/>
              </a:lnSpc>
            </a:pPr>
            <a:r>
              <a:rPr lang="en-US" altLang="en-US" sz="2600">
                <a:latin typeface="Times New Roman" panose="02020603050405020304" pitchFamily="18" charset="0"/>
                <a:cs typeface="Times New Roman" panose="02020603050405020304" pitchFamily="18" charset="0"/>
              </a:rPr>
              <a:t>An HTML file can be created using a </a:t>
            </a:r>
            <a:r>
              <a:rPr lang="en-US" altLang="en-US" sz="2600" b="1">
                <a:latin typeface="Times New Roman" panose="02020603050405020304" pitchFamily="18" charset="0"/>
                <a:cs typeface="Times New Roman" panose="02020603050405020304" pitchFamily="18" charset="0"/>
              </a:rPr>
              <a:t>simple text editor</a:t>
            </a:r>
            <a:r>
              <a:rPr lang="en-US" altLang="en-US" sz="2600">
                <a:latin typeface="Times New Roman" panose="02020603050405020304" pitchFamily="18" charset="0"/>
                <a:cs typeface="Times New Roman" panose="02020603050405020304" pitchFamily="18" charset="0"/>
              </a:rPr>
              <a:t> </a:t>
            </a:r>
            <a:endParaRPr lang="en-GB" altLang="en-US" sz="2600">
              <a:latin typeface="Times New Roman" panose="02020603050405020304" pitchFamily="18" charset="0"/>
              <a:cs typeface="Times New Roman" panose="02020603050405020304" pitchFamily="18" charset="0"/>
            </a:endParaRPr>
          </a:p>
        </p:txBody>
      </p:sp>
      <p:sp>
        <p:nvSpPr>
          <p:cNvPr id="11266" name="Rectangle 2">
            <a:extLst>
              <a:ext uri="{FF2B5EF4-FFF2-40B4-BE49-F238E27FC236}">
                <a16:creationId xmlns:a16="http://schemas.microsoft.com/office/drawing/2014/main" id="{76692EA8-9127-75D1-4D62-C5588A8C225E}"/>
              </a:ext>
            </a:extLst>
          </p:cNvPr>
          <p:cNvSpPr>
            <a:spLocks noGrp="1" noChangeArrowheads="1"/>
          </p:cNvSpPr>
          <p:nvPr>
            <p:ph type="title"/>
          </p:nvPr>
        </p:nvSpPr>
        <p:spPr/>
        <p:txBody>
          <a:bodyPr/>
          <a:lstStyle/>
          <a:p>
            <a:pPr eaLnBrk="1" fontAlgn="auto" hangingPunct="1">
              <a:spcAft>
                <a:spcPts val="0"/>
              </a:spcAft>
              <a:defRPr/>
            </a:pPr>
            <a:r>
              <a:rPr lang="en-US">
                <a:solidFill>
                  <a:schemeClr val="tx1"/>
                </a:solidFill>
              </a:rPr>
              <a:t>What is an HTML File?</a:t>
            </a:r>
            <a:r>
              <a:rPr lang="en-US"/>
              <a:t> </a:t>
            </a:r>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77B81770-719D-865B-7BDE-9CB80573060D}"/>
              </a:ext>
            </a:extLst>
          </p:cNvPr>
          <p:cNvSpPr>
            <a:spLocks noGrp="1" noChangeArrowheads="1"/>
          </p:cNvSpPr>
          <p:nvPr>
            <p:ph idx="1"/>
          </p:nvPr>
        </p:nvSpPr>
        <p:spPr>
          <a:xfrm>
            <a:off x="304800" y="838200"/>
            <a:ext cx="8610600" cy="5638800"/>
          </a:xfrm>
        </p:spPr>
        <p:txBody>
          <a:bodyPr/>
          <a:lstStyle/>
          <a:p>
            <a:pPr eaLnBrk="1" hangingPunct="1">
              <a:lnSpc>
                <a:spcPct val="80000"/>
              </a:lnSpc>
              <a:defRPr/>
            </a:pPr>
            <a:r>
              <a:rPr lang="en-US" altLang="zh-CN" sz="2800" dirty="0">
                <a:latin typeface="Times New Roman" pitchFamily="18" charset="0"/>
                <a:ea typeface="SimSun" pitchFamily="2" charset="-122"/>
                <a:cs typeface="Times New Roman" pitchFamily="18" charset="0"/>
              </a:rPr>
              <a:t>An </a:t>
            </a:r>
            <a:r>
              <a:rPr lang="en-US" altLang="zh-CN" sz="2800" b="1" dirty="0">
                <a:latin typeface="Times New Roman" pitchFamily="18" charset="0"/>
                <a:ea typeface="SimSun" pitchFamily="2" charset="-122"/>
                <a:cs typeface="Times New Roman" pitchFamily="18" charset="0"/>
              </a:rPr>
              <a:t>HTML tag</a:t>
            </a:r>
            <a:r>
              <a:rPr lang="en-US" altLang="zh-CN" sz="2800" dirty="0">
                <a:latin typeface="Times New Roman" pitchFamily="18" charset="0"/>
                <a:ea typeface="SimSun" pitchFamily="2" charset="-122"/>
                <a:cs typeface="Times New Roman" pitchFamily="18" charset="0"/>
              </a:rPr>
              <a:t> is a code </a:t>
            </a:r>
            <a:r>
              <a:rPr lang="en-US" altLang="zh-CN" sz="2800" b="1" dirty="0">
                <a:latin typeface="Times New Roman" pitchFamily="18" charset="0"/>
                <a:ea typeface="SimSun" pitchFamily="2" charset="-122"/>
                <a:cs typeface="Times New Roman" pitchFamily="18" charset="0"/>
              </a:rPr>
              <a:t>element</a:t>
            </a:r>
            <a:r>
              <a:rPr lang="en-US" altLang="zh-CN" sz="2800" dirty="0">
                <a:latin typeface="Times New Roman" pitchFamily="18" charset="0"/>
                <a:ea typeface="SimSun" pitchFamily="2" charset="-122"/>
                <a:cs typeface="Times New Roman" pitchFamily="18" charset="0"/>
              </a:rPr>
              <a:t> that tells the Web browser what to do with your text.</a:t>
            </a:r>
          </a:p>
          <a:p>
            <a:pPr lvl="1" eaLnBrk="1" hangingPunct="1">
              <a:lnSpc>
                <a:spcPct val="80000"/>
              </a:lnSpc>
              <a:defRPr/>
            </a:pPr>
            <a:r>
              <a:rPr lang="en-US" altLang="zh-CN" sz="2800" dirty="0">
                <a:latin typeface="Times New Roman" pitchFamily="18" charset="0"/>
                <a:ea typeface="SimSun" pitchFamily="2" charset="-122"/>
                <a:cs typeface="Times New Roman" pitchFamily="18" charset="0"/>
              </a:rPr>
              <a:t>Example: &lt;center&gt;, &lt;body&gt; </a:t>
            </a:r>
          </a:p>
          <a:p>
            <a:pPr eaLnBrk="1" hangingPunct="1">
              <a:lnSpc>
                <a:spcPct val="80000"/>
              </a:lnSpc>
              <a:buSzPct val="100000"/>
              <a:buFont typeface="Symbol" pitchFamily="18" charset="2"/>
              <a:buChar char=""/>
              <a:defRPr/>
            </a:pPr>
            <a:r>
              <a:rPr lang="en-US" altLang="zh-CN" sz="2800" dirty="0">
                <a:latin typeface="Times New Roman" pitchFamily="18" charset="0"/>
                <a:ea typeface="SimSun" pitchFamily="2" charset="-122"/>
                <a:cs typeface="Times New Roman" pitchFamily="18" charset="0"/>
              </a:rPr>
              <a:t>HTML tags are surrounded by the </a:t>
            </a:r>
            <a:r>
              <a:rPr lang="en-US" altLang="zh-CN" sz="2800" b="1" dirty="0">
                <a:latin typeface="Times New Roman" pitchFamily="18" charset="0"/>
                <a:ea typeface="SimSun" pitchFamily="2" charset="-122"/>
                <a:cs typeface="Times New Roman" pitchFamily="18" charset="0"/>
              </a:rPr>
              <a:t>two characters &lt; and &gt;</a:t>
            </a:r>
            <a:r>
              <a:rPr lang="en-US" altLang="zh-CN" sz="2800" dirty="0">
                <a:latin typeface="Times New Roman" pitchFamily="18" charset="0"/>
                <a:ea typeface="SimSun" pitchFamily="2" charset="-122"/>
                <a:cs typeface="Times New Roman" pitchFamily="18" charset="0"/>
              </a:rPr>
              <a:t> </a:t>
            </a:r>
          </a:p>
          <a:p>
            <a:pPr eaLnBrk="1" hangingPunct="1">
              <a:lnSpc>
                <a:spcPct val="80000"/>
              </a:lnSpc>
              <a:defRPr/>
            </a:pPr>
            <a:r>
              <a:rPr lang="en-US" sz="2800" dirty="0">
                <a:latin typeface="Times New Roman" pitchFamily="18" charset="0"/>
                <a:ea typeface="SimSun" pitchFamily="2" charset="-122"/>
                <a:cs typeface="Times New Roman" pitchFamily="18" charset="0"/>
              </a:rPr>
              <a:t>HTML tags normally </a:t>
            </a:r>
            <a:r>
              <a:rPr lang="en-US" sz="2800" b="1" dirty="0">
                <a:latin typeface="Times New Roman" pitchFamily="18" charset="0"/>
                <a:ea typeface="SimSun" pitchFamily="2" charset="-122"/>
                <a:cs typeface="Times New Roman" pitchFamily="18" charset="0"/>
              </a:rPr>
              <a:t>come in pairs</a:t>
            </a:r>
            <a:r>
              <a:rPr lang="en-US" sz="2800" dirty="0">
                <a:latin typeface="Times New Roman" pitchFamily="18" charset="0"/>
                <a:ea typeface="SimSun" pitchFamily="2" charset="-122"/>
                <a:cs typeface="Times New Roman" pitchFamily="18" charset="0"/>
              </a:rPr>
              <a:t> like &lt;b&gt; and &lt;/b&gt; “but this is not an absolute rule”</a:t>
            </a:r>
          </a:p>
          <a:p>
            <a:pPr eaLnBrk="1" hangingPunct="1">
              <a:lnSpc>
                <a:spcPct val="80000"/>
              </a:lnSpc>
              <a:defRPr/>
            </a:pPr>
            <a:r>
              <a:rPr lang="en-US" sz="2800" dirty="0">
                <a:latin typeface="Times New Roman" pitchFamily="18" charset="0"/>
                <a:ea typeface="SimSun" pitchFamily="2" charset="-122"/>
                <a:cs typeface="Times New Roman" pitchFamily="18" charset="0"/>
              </a:rPr>
              <a:t>The text between the start and end tags is the </a:t>
            </a:r>
            <a:r>
              <a:rPr lang="en-US" sz="2800" b="1" dirty="0">
                <a:latin typeface="Times New Roman" pitchFamily="18" charset="0"/>
                <a:ea typeface="SimSun" pitchFamily="2" charset="-122"/>
                <a:cs typeface="Times New Roman" pitchFamily="18" charset="0"/>
              </a:rPr>
              <a:t>element content.</a:t>
            </a:r>
          </a:p>
          <a:p>
            <a:pPr eaLnBrk="1" hangingPunct="1">
              <a:lnSpc>
                <a:spcPct val="80000"/>
              </a:lnSpc>
              <a:defRPr/>
            </a:pPr>
            <a:r>
              <a:rPr lang="en-US" sz="2800" dirty="0">
                <a:latin typeface="Times New Roman" pitchFamily="18" charset="0"/>
                <a:ea typeface="SimSun" pitchFamily="2" charset="-122"/>
                <a:cs typeface="Times New Roman" pitchFamily="18" charset="0"/>
              </a:rPr>
              <a:t>They are not case sensitive.</a:t>
            </a:r>
          </a:p>
          <a:p>
            <a:pPr eaLnBrk="1" hangingPunct="1">
              <a:lnSpc>
                <a:spcPct val="80000"/>
              </a:lnSpc>
              <a:defRPr/>
            </a:pPr>
            <a:r>
              <a:rPr lang="en-US" sz="2800" dirty="0">
                <a:latin typeface="Times New Roman" pitchFamily="18" charset="0"/>
                <a:ea typeface="SimSun" pitchFamily="2" charset="-122"/>
                <a:cs typeface="Times New Roman" pitchFamily="18" charset="0"/>
              </a:rPr>
              <a:t>Spaces, and line breaks are ignored.</a:t>
            </a:r>
          </a:p>
          <a:p>
            <a:pPr eaLnBrk="1" hangingPunct="1">
              <a:defRPr/>
            </a:pPr>
            <a:r>
              <a:rPr lang="en-US" sz="2800" dirty="0">
                <a:latin typeface="Times New Roman" pitchFamily="18" charset="0"/>
                <a:ea typeface="SimSun" pitchFamily="2" charset="-122"/>
                <a:cs typeface="Times New Roman" pitchFamily="18" charset="0"/>
              </a:rPr>
              <a:t>an </a:t>
            </a:r>
            <a:r>
              <a:rPr lang="en-US" sz="2800" dirty="0">
                <a:solidFill>
                  <a:srgbClr val="CC0066"/>
                </a:solidFill>
                <a:latin typeface="Times New Roman" pitchFamily="18" charset="0"/>
                <a:ea typeface="SimSun" pitchFamily="2" charset="-122"/>
                <a:cs typeface="Times New Roman" pitchFamily="18" charset="0"/>
              </a:rPr>
              <a:t>HTML element</a:t>
            </a:r>
            <a:r>
              <a:rPr lang="en-US" sz="2800" dirty="0">
                <a:latin typeface="Times New Roman" pitchFamily="18" charset="0"/>
                <a:ea typeface="SimSun" pitchFamily="2" charset="-122"/>
                <a:cs typeface="Times New Roman" pitchFamily="18" charset="0"/>
              </a:rPr>
              <a:t> is everything between the </a:t>
            </a:r>
            <a:r>
              <a:rPr lang="en-US" sz="2800" dirty="0">
                <a:solidFill>
                  <a:srgbClr val="0070C0"/>
                </a:solidFill>
                <a:latin typeface="Times New Roman" pitchFamily="18" charset="0"/>
                <a:ea typeface="SimSun" pitchFamily="2" charset="-122"/>
                <a:cs typeface="Times New Roman" pitchFamily="18" charset="0"/>
              </a:rPr>
              <a:t>start</a:t>
            </a:r>
            <a:r>
              <a:rPr lang="en-US" sz="2800" dirty="0">
                <a:latin typeface="Times New Roman" pitchFamily="18" charset="0"/>
                <a:ea typeface="SimSun" pitchFamily="2" charset="-122"/>
                <a:cs typeface="Times New Roman" pitchFamily="18" charset="0"/>
              </a:rPr>
              <a:t> tag and the </a:t>
            </a:r>
            <a:r>
              <a:rPr lang="en-US" sz="2800" dirty="0">
                <a:solidFill>
                  <a:srgbClr val="0070C0"/>
                </a:solidFill>
                <a:latin typeface="Times New Roman" pitchFamily="18" charset="0"/>
                <a:ea typeface="SimSun" pitchFamily="2" charset="-122"/>
                <a:cs typeface="Times New Roman" pitchFamily="18" charset="0"/>
              </a:rPr>
              <a:t>end</a:t>
            </a:r>
            <a:r>
              <a:rPr lang="en-US" sz="2800" dirty="0">
                <a:latin typeface="Times New Roman" pitchFamily="18" charset="0"/>
                <a:ea typeface="SimSun" pitchFamily="2" charset="-122"/>
                <a:cs typeface="Times New Roman" pitchFamily="18" charset="0"/>
              </a:rPr>
              <a:t> tag, including the tags: </a:t>
            </a:r>
          </a:p>
          <a:p>
            <a:pPr marL="109537" indent="0" eaLnBrk="1" hangingPunct="1">
              <a:buFont typeface="Wingdings 3" panose="05040102010807070707" pitchFamily="18" charset="2"/>
              <a:buNone/>
              <a:defRPr/>
            </a:pPr>
            <a:r>
              <a:rPr lang="en-US" sz="2800" dirty="0">
                <a:latin typeface="Times New Roman" pitchFamily="18" charset="0"/>
                <a:ea typeface="SimSun" pitchFamily="2" charset="-122"/>
                <a:cs typeface="Times New Roman" pitchFamily="18" charset="0"/>
              </a:rPr>
              <a:t>                                Ex:   &lt;p&gt;This is a paragraph.&lt;/p&gt;</a:t>
            </a:r>
          </a:p>
        </p:txBody>
      </p:sp>
      <p:sp>
        <p:nvSpPr>
          <p:cNvPr id="12290" name="Rectangle 2">
            <a:extLst>
              <a:ext uri="{FF2B5EF4-FFF2-40B4-BE49-F238E27FC236}">
                <a16:creationId xmlns:a16="http://schemas.microsoft.com/office/drawing/2014/main" id="{B259A459-F5DD-4AB7-C489-E6E228DEA0BF}"/>
              </a:ext>
            </a:extLst>
          </p:cNvPr>
          <p:cNvSpPr>
            <a:spLocks noGrp="1" noChangeArrowheads="1"/>
          </p:cNvSpPr>
          <p:nvPr>
            <p:ph type="title"/>
          </p:nvPr>
        </p:nvSpPr>
        <p:spPr>
          <a:xfrm>
            <a:off x="457200" y="46038"/>
            <a:ext cx="8229600" cy="792162"/>
          </a:xfrm>
        </p:spPr>
        <p:txBody>
          <a:bodyPr/>
          <a:lstStyle/>
          <a:p>
            <a:pPr eaLnBrk="1" fontAlgn="auto" hangingPunct="1">
              <a:spcAft>
                <a:spcPts val="0"/>
              </a:spcAft>
              <a:defRPr/>
            </a:pPr>
            <a:r>
              <a:rPr lang="en-US" altLang="zh-CN" dirty="0">
                <a:solidFill>
                  <a:schemeClr val="tx1"/>
                </a:solidFill>
                <a:ea typeface="SimSun" pitchFamily="2" charset="-122"/>
              </a:rPr>
              <a:t>The HTML Tag</a:t>
            </a:r>
            <a:r>
              <a:rPr lang="en-US" altLang="zh-CN" dirty="0">
                <a:ea typeface="SimSun" pitchFamily="2" charset="-122"/>
              </a:rPr>
              <a:t> </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3">
            <a:extLst>
              <a:ext uri="{FF2B5EF4-FFF2-40B4-BE49-F238E27FC236}">
                <a16:creationId xmlns:a16="http://schemas.microsoft.com/office/drawing/2014/main" id="{AF92EBC2-B9E8-4928-2F03-BE9E481F4EE6}"/>
              </a:ext>
            </a:extLst>
          </p:cNvPr>
          <p:cNvSpPr>
            <a:spLocks noGrp="1" noChangeArrowheads="1"/>
          </p:cNvSpPr>
          <p:nvPr>
            <p:ph idx="1"/>
          </p:nvPr>
        </p:nvSpPr>
        <p:spPr>
          <a:xfrm>
            <a:off x="457200" y="990600"/>
            <a:ext cx="8229600" cy="5029200"/>
          </a:xfrm>
        </p:spPr>
        <p:txBody>
          <a:bodyPr/>
          <a:lstStyle/>
          <a:p>
            <a:pPr eaLnBrk="1" hangingPunct="1">
              <a:lnSpc>
                <a:spcPct val="90000"/>
              </a:lnSpc>
              <a:buFont typeface="Wingdings" panose="05000000000000000000" pitchFamily="2" charset="2"/>
              <a:buNone/>
            </a:pPr>
            <a:endParaRPr lang="en-US" altLang="en-US" sz="2400">
              <a:latin typeface="Times New Roman" panose="02020603050405020304" pitchFamily="18" charset="0"/>
              <a:cs typeface="Times New Roman" panose="02020603050405020304" pitchFamily="18" charset="0"/>
            </a:endParaRPr>
          </a:p>
          <a:p>
            <a:pPr eaLnBrk="1" hangingPunct="1">
              <a:lnSpc>
                <a:spcPct val="90000"/>
              </a:lnSpc>
            </a:pPr>
            <a:r>
              <a:rPr lang="en-US" altLang="en-US" sz="2400">
                <a:solidFill>
                  <a:schemeClr val="hlink"/>
                </a:solidFill>
                <a:latin typeface="Times New Roman" panose="02020603050405020304" pitchFamily="18" charset="0"/>
                <a:cs typeface="Times New Roman" panose="02020603050405020304" pitchFamily="18" charset="0"/>
              </a:rPr>
              <a:t>&lt;HTML&gt;</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Tells the Web browser that this is the beginning of an HTML document</a:t>
            </a:r>
          </a:p>
          <a:p>
            <a:pPr eaLnBrk="1" hangingPunct="1">
              <a:lnSpc>
                <a:spcPct val="90000"/>
              </a:lnSpc>
            </a:pPr>
            <a:r>
              <a:rPr lang="en-US" altLang="en-US" sz="2400">
                <a:solidFill>
                  <a:schemeClr val="hlink"/>
                </a:solidFill>
                <a:latin typeface="Times New Roman" panose="02020603050405020304" pitchFamily="18" charset="0"/>
                <a:cs typeface="Times New Roman" panose="02020603050405020304" pitchFamily="18" charset="0"/>
              </a:rPr>
              <a:t>&lt;Head&gt;</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Contains information about the document (</a:t>
            </a:r>
            <a:r>
              <a:rPr lang="en-US" altLang="zh-CN" sz="2400">
                <a:latin typeface="Times New Roman" panose="02020603050405020304" pitchFamily="18" charset="0"/>
                <a:ea typeface="SimSun" panose="02010600030101010101" pitchFamily="2" charset="-122"/>
                <a:cs typeface="Times New Roman" panose="02020603050405020304" pitchFamily="18" charset="0"/>
              </a:rPr>
              <a:t>base, link, meta, script, style, and title</a:t>
            </a:r>
            <a:r>
              <a:rPr lang="en-US" altLang="en-US" sz="2400">
                <a:latin typeface="Times New Roman" panose="02020603050405020304" pitchFamily="18" charset="0"/>
                <a:cs typeface="Times New Roman" panose="02020603050405020304" pitchFamily="18" charset="0"/>
              </a:rPr>
              <a:t>)</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Is not displayed by a browser</a:t>
            </a:r>
          </a:p>
          <a:p>
            <a:pPr eaLnBrk="1" hangingPunct="1">
              <a:lnSpc>
                <a:spcPct val="90000"/>
              </a:lnSpc>
            </a:pPr>
            <a:r>
              <a:rPr lang="en-US" altLang="en-US" sz="2400">
                <a:solidFill>
                  <a:schemeClr val="hlink"/>
                </a:solidFill>
                <a:latin typeface="Times New Roman" panose="02020603050405020304" pitchFamily="18" charset="0"/>
                <a:cs typeface="Times New Roman" panose="02020603050405020304" pitchFamily="18" charset="0"/>
              </a:rPr>
              <a:t>&lt;TITLE&gt;</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This element defines the title of the document.</a:t>
            </a:r>
          </a:p>
          <a:p>
            <a:pPr eaLnBrk="1" hangingPunct="1">
              <a:lnSpc>
                <a:spcPct val="90000"/>
              </a:lnSpc>
            </a:pPr>
            <a:r>
              <a:rPr lang="en-US" altLang="en-US" sz="2400">
                <a:solidFill>
                  <a:schemeClr val="hlink"/>
                </a:solidFill>
                <a:latin typeface="Times New Roman" panose="02020603050405020304" pitchFamily="18" charset="0"/>
                <a:cs typeface="Times New Roman" panose="02020603050405020304" pitchFamily="18" charset="0"/>
              </a:rPr>
              <a:t>&lt;Body&gt;</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Contains the text, links, and graphics</a:t>
            </a:r>
          </a:p>
          <a:p>
            <a:pPr lvl="1" eaLnBrk="1" hangingPunct="1">
              <a:lnSpc>
                <a:spcPct val="90000"/>
              </a:lnSpc>
            </a:pPr>
            <a:r>
              <a:rPr lang="en-US" altLang="en-US" sz="2400">
                <a:latin typeface="Times New Roman" panose="02020603050405020304" pitchFamily="18" charset="0"/>
                <a:cs typeface="Times New Roman" panose="02020603050405020304" pitchFamily="18" charset="0"/>
              </a:rPr>
              <a:t>Is displayed on the page</a:t>
            </a:r>
            <a:endParaRPr lang="ar-SA" altLang="en-US" sz="2400">
              <a:latin typeface="Times New Roman" panose="02020603050405020304" pitchFamily="18" charset="0"/>
              <a:cs typeface="Times New Roman" panose="02020603050405020304" pitchFamily="18" charset="0"/>
            </a:endParaRPr>
          </a:p>
        </p:txBody>
      </p:sp>
      <p:sp>
        <p:nvSpPr>
          <p:cNvPr id="13314" name="Rectangle 2">
            <a:extLst>
              <a:ext uri="{FF2B5EF4-FFF2-40B4-BE49-F238E27FC236}">
                <a16:creationId xmlns:a16="http://schemas.microsoft.com/office/drawing/2014/main" id="{3F821355-29FF-8031-68C7-5D84B83C5258}"/>
              </a:ext>
            </a:extLst>
          </p:cNvPr>
          <p:cNvSpPr>
            <a:spLocks noGrp="1" noChangeArrowheads="1"/>
          </p:cNvSpPr>
          <p:nvPr>
            <p:ph type="title"/>
          </p:nvPr>
        </p:nvSpPr>
        <p:spPr/>
        <p:txBody>
          <a:bodyPr/>
          <a:lstStyle/>
          <a:p>
            <a:pPr eaLnBrk="1" fontAlgn="auto" hangingPunct="1">
              <a:spcAft>
                <a:spcPts val="0"/>
              </a:spcAft>
              <a:defRPr/>
            </a:pPr>
            <a:r>
              <a:rPr lang="en-US">
                <a:solidFill>
                  <a:schemeClr val="tx1"/>
                </a:solidFill>
              </a:rPr>
              <a:t>HTML Structure</a:t>
            </a:r>
            <a:endParaRPr lang="en-GB">
              <a:solidFill>
                <a:schemeClr val="tx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3">
            <a:extLst>
              <a:ext uri="{FF2B5EF4-FFF2-40B4-BE49-F238E27FC236}">
                <a16:creationId xmlns:a16="http://schemas.microsoft.com/office/drawing/2014/main" id="{0A92C3FE-B013-EE5B-824D-07C80AC1E14A}"/>
              </a:ext>
            </a:extLst>
          </p:cNvPr>
          <p:cNvSpPr>
            <a:spLocks noGrp="1" noChangeArrowheads="1"/>
          </p:cNvSpPr>
          <p:nvPr>
            <p:ph idx="1"/>
          </p:nvPr>
        </p:nvSpPr>
        <p:spPr>
          <a:xfrm>
            <a:off x="457200" y="1066800"/>
            <a:ext cx="8229600" cy="4911725"/>
          </a:xfrm>
        </p:spPr>
        <p:txBody>
          <a:bodyPr/>
          <a:lstStyle/>
          <a:p>
            <a:pPr eaLnBrk="1" hangingPunct="1">
              <a:lnSpc>
                <a:spcPct val="110000"/>
              </a:lnSpc>
            </a:pPr>
            <a:r>
              <a:rPr lang="en-US" altLang="zh-CN" sz="2600">
                <a:latin typeface="Times New Roman" panose="02020603050405020304" pitchFamily="18" charset="0"/>
                <a:ea typeface="SimSun" panose="02010600030101010101" pitchFamily="2" charset="-122"/>
                <a:cs typeface="Times New Roman" panose="02020603050405020304" pitchFamily="18" charset="0"/>
              </a:rPr>
              <a:t>Once you have the proper program (any </a:t>
            </a:r>
            <a:r>
              <a:rPr lang="en-US" altLang="en-US" sz="2400">
                <a:latin typeface="Times New Roman" panose="02020603050405020304" pitchFamily="18" charset="0"/>
                <a:ea typeface="SimSun" panose="02010600030101010101" pitchFamily="2" charset="-122"/>
                <a:cs typeface="Times New Roman" panose="02020603050405020304" pitchFamily="18" charset="0"/>
              </a:rPr>
              <a:t>t</a:t>
            </a:r>
            <a:r>
              <a:rPr lang="en-US" altLang="zh-CN" sz="2600">
                <a:latin typeface="Times New Roman" panose="02020603050405020304" pitchFamily="18" charset="0"/>
                <a:ea typeface="SimSun" panose="02010600030101010101" pitchFamily="2" charset="-122"/>
                <a:cs typeface="Times New Roman" panose="02020603050405020304" pitchFamily="18" charset="0"/>
              </a:rPr>
              <a:t>ex</a:t>
            </a:r>
            <a:r>
              <a:rPr lang="en-US" altLang="en-US" sz="2400">
                <a:latin typeface="Times New Roman" panose="02020603050405020304" pitchFamily="18" charset="0"/>
                <a:ea typeface="SimSun" panose="02010600030101010101" pitchFamily="2" charset="-122"/>
                <a:cs typeface="Times New Roman" panose="02020603050405020304" pitchFamily="18" charset="0"/>
              </a:rPr>
              <a:t>t</a:t>
            </a:r>
            <a:r>
              <a:rPr lang="en-US" altLang="zh-CN" sz="2600">
                <a:latin typeface="Times New Roman" panose="02020603050405020304" pitchFamily="18" charset="0"/>
                <a:ea typeface="SimSun" panose="02010600030101010101" pitchFamily="2" charset="-122"/>
                <a:cs typeface="Times New Roman" panose="02020603050405020304" pitchFamily="18" charset="0"/>
              </a:rPr>
              <a:t> edi</a:t>
            </a:r>
            <a:r>
              <a:rPr lang="en-US" altLang="en-US" sz="2400">
                <a:latin typeface="Times New Roman" panose="02020603050405020304" pitchFamily="18" charset="0"/>
                <a:ea typeface="SimSun" panose="02010600030101010101" pitchFamily="2" charset="-122"/>
                <a:cs typeface="Times New Roman" panose="02020603050405020304" pitchFamily="18" charset="0"/>
              </a:rPr>
              <a:t>t</a:t>
            </a:r>
            <a:r>
              <a:rPr lang="en-US" altLang="zh-CN" sz="2600">
                <a:latin typeface="Times New Roman" panose="02020603050405020304" pitchFamily="18" charset="0"/>
                <a:ea typeface="SimSun" panose="02010600030101010101" pitchFamily="2" charset="-122"/>
                <a:cs typeface="Times New Roman" panose="02020603050405020304" pitchFamily="18" charset="0"/>
              </a:rPr>
              <a:t>or)open on your screen, type the following HTML text into the window: </a:t>
            </a:r>
          </a:p>
          <a:p>
            <a:pPr lvl="1" eaLnBrk="1" hangingPunct="1">
              <a:lnSpc>
                <a:spcPct val="110000"/>
              </a:lnSpc>
            </a:pPr>
            <a:r>
              <a:rPr lang="en-US" altLang="en-US" b="1">
                <a:solidFill>
                  <a:srgbClr val="CC0000"/>
                </a:solidFill>
                <a:latin typeface="Times New Roman" panose="02020603050405020304" pitchFamily="18" charset="0"/>
                <a:ea typeface="SimSun" panose="02010600030101010101" pitchFamily="2" charset="-122"/>
                <a:cs typeface="Times New Roman" panose="02020603050405020304" pitchFamily="18" charset="0"/>
              </a:rPr>
              <a:t>&lt;html&gt;</a:t>
            </a:r>
          </a:p>
          <a:p>
            <a:pPr lvl="1" eaLnBrk="1" hangingPunct="1">
              <a:lnSpc>
                <a:spcPct val="110000"/>
              </a:lnSpc>
            </a:pPr>
            <a:r>
              <a:rPr lang="en-US" altLang="en-US">
                <a:latin typeface="Times New Roman" panose="02020603050405020304" pitchFamily="18" charset="0"/>
                <a:ea typeface="SimSun" panose="02010600030101010101" pitchFamily="2" charset="-122"/>
                <a:cs typeface="Times New Roman" panose="02020603050405020304" pitchFamily="18" charset="0"/>
              </a:rPr>
              <a:t>  </a:t>
            </a:r>
            <a:r>
              <a:rPr lang="en-US" altLang="en-US" b="1">
                <a:solidFill>
                  <a:srgbClr val="0066FF"/>
                </a:solidFill>
                <a:latin typeface="Times New Roman" panose="02020603050405020304" pitchFamily="18" charset="0"/>
                <a:ea typeface="SimSun" panose="02010600030101010101" pitchFamily="2" charset="-122"/>
                <a:cs typeface="Times New Roman" panose="02020603050405020304" pitchFamily="18" charset="0"/>
              </a:rPr>
              <a:t>&lt;head&gt;</a:t>
            </a:r>
          </a:p>
          <a:p>
            <a:pPr lvl="1" eaLnBrk="1" hangingPunct="1">
              <a:lnSpc>
                <a:spcPct val="110000"/>
              </a:lnSpc>
            </a:pPr>
            <a:r>
              <a:rPr lang="en-US" altLang="en-US">
                <a:latin typeface="Times New Roman" panose="02020603050405020304" pitchFamily="18" charset="0"/>
                <a:ea typeface="SimSun" panose="02010600030101010101" pitchFamily="2" charset="-122"/>
                <a:cs typeface="Times New Roman" panose="02020603050405020304" pitchFamily="18" charset="0"/>
              </a:rPr>
              <a:t>    </a:t>
            </a:r>
            <a:r>
              <a:rPr lang="en-US" altLang="en-US" b="1">
                <a:latin typeface="Times New Roman" panose="02020603050405020304" pitchFamily="18" charset="0"/>
                <a:ea typeface="SimSun" panose="02010600030101010101" pitchFamily="2" charset="-122"/>
                <a:cs typeface="Times New Roman" panose="02020603050405020304" pitchFamily="18" charset="0"/>
              </a:rPr>
              <a:t>&lt;title&gt;</a:t>
            </a:r>
            <a:r>
              <a:rPr lang="en-US" altLang="en-US">
                <a:latin typeface="Times New Roman" panose="02020603050405020304" pitchFamily="18" charset="0"/>
                <a:ea typeface="SimSun" panose="02010600030101010101" pitchFamily="2" charset="-122"/>
                <a:cs typeface="Times New Roman" panose="02020603050405020304" pitchFamily="18" charset="0"/>
              </a:rPr>
              <a:t>My First Page</a:t>
            </a:r>
            <a:r>
              <a:rPr lang="en-US" altLang="en-US" b="1">
                <a:latin typeface="Times New Roman" panose="02020603050405020304" pitchFamily="18" charset="0"/>
                <a:ea typeface="SimSun" panose="02010600030101010101" pitchFamily="2" charset="-122"/>
                <a:cs typeface="Times New Roman" panose="02020603050405020304" pitchFamily="18" charset="0"/>
              </a:rPr>
              <a:t>&lt;/title&gt;</a:t>
            </a:r>
          </a:p>
          <a:p>
            <a:pPr lvl="1" eaLnBrk="1" hangingPunct="1">
              <a:lnSpc>
                <a:spcPct val="110000"/>
              </a:lnSpc>
            </a:pPr>
            <a:r>
              <a:rPr lang="en-US" altLang="en-US">
                <a:latin typeface="Times New Roman" panose="02020603050405020304" pitchFamily="18" charset="0"/>
                <a:ea typeface="SimSun" panose="02010600030101010101" pitchFamily="2" charset="-122"/>
                <a:cs typeface="Times New Roman" panose="02020603050405020304" pitchFamily="18" charset="0"/>
              </a:rPr>
              <a:t>  </a:t>
            </a:r>
            <a:r>
              <a:rPr lang="en-US" altLang="en-US" b="1">
                <a:solidFill>
                  <a:srgbClr val="0066FF"/>
                </a:solidFill>
                <a:latin typeface="Times New Roman" panose="02020603050405020304" pitchFamily="18" charset="0"/>
                <a:ea typeface="SimSun" panose="02010600030101010101" pitchFamily="2" charset="-122"/>
                <a:cs typeface="Times New Roman" panose="02020603050405020304" pitchFamily="18" charset="0"/>
              </a:rPr>
              <a:t>&lt;/head&gt;</a:t>
            </a:r>
          </a:p>
          <a:p>
            <a:pPr lvl="1" eaLnBrk="1" hangingPunct="1">
              <a:lnSpc>
                <a:spcPct val="110000"/>
              </a:lnSpc>
            </a:pPr>
            <a:r>
              <a:rPr lang="en-US" altLang="en-US">
                <a:latin typeface="Times New Roman" panose="02020603050405020304" pitchFamily="18" charset="0"/>
                <a:ea typeface="SimSun" panose="02010600030101010101" pitchFamily="2" charset="-122"/>
                <a:cs typeface="Times New Roman" panose="02020603050405020304" pitchFamily="18" charset="0"/>
              </a:rPr>
              <a:t>  </a:t>
            </a:r>
            <a:r>
              <a:rPr lang="en-US" altLang="en-US" b="1">
                <a:solidFill>
                  <a:srgbClr val="996633"/>
                </a:solidFill>
                <a:latin typeface="Times New Roman" panose="02020603050405020304" pitchFamily="18" charset="0"/>
                <a:ea typeface="SimSun" panose="02010600030101010101" pitchFamily="2" charset="-122"/>
                <a:cs typeface="Times New Roman" panose="02020603050405020304" pitchFamily="18" charset="0"/>
              </a:rPr>
              <a:t>&lt;body&gt;</a:t>
            </a:r>
          </a:p>
          <a:p>
            <a:pPr lvl="1" eaLnBrk="1" hangingPunct="1">
              <a:lnSpc>
                <a:spcPct val="110000"/>
              </a:lnSpc>
            </a:pPr>
            <a:r>
              <a:rPr lang="en-US" altLang="en-US">
                <a:latin typeface="Times New Roman" panose="02020603050405020304" pitchFamily="18" charset="0"/>
                <a:ea typeface="SimSun" panose="02010600030101010101" pitchFamily="2" charset="-122"/>
                <a:cs typeface="Times New Roman" panose="02020603050405020304" pitchFamily="18" charset="0"/>
              </a:rPr>
              <a:t>    Hello. This is my first page!</a:t>
            </a:r>
          </a:p>
          <a:p>
            <a:pPr lvl="1" eaLnBrk="1" hangingPunct="1">
              <a:lnSpc>
                <a:spcPct val="110000"/>
              </a:lnSpc>
            </a:pPr>
            <a:r>
              <a:rPr lang="en-US" altLang="en-US">
                <a:latin typeface="Times New Roman" panose="02020603050405020304" pitchFamily="18" charset="0"/>
                <a:ea typeface="SimSun" panose="02010600030101010101" pitchFamily="2" charset="-122"/>
                <a:cs typeface="Times New Roman" panose="02020603050405020304" pitchFamily="18" charset="0"/>
              </a:rPr>
              <a:t>  </a:t>
            </a:r>
            <a:r>
              <a:rPr lang="en-US" altLang="en-US" b="1">
                <a:solidFill>
                  <a:srgbClr val="996633"/>
                </a:solidFill>
                <a:latin typeface="Times New Roman" panose="02020603050405020304" pitchFamily="18" charset="0"/>
                <a:ea typeface="SimSun" panose="02010600030101010101" pitchFamily="2" charset="-122"/>
                <a:cs typeface="Times New Roman" panose="02020603050405020304" pitchFamily="18" charset="0"/>
              </a:rPr>
              <a:t>&lt;/body&gt;</a:t>
            </a:r>
            <a:endParaRPr lang="en-US" altLang="zh-CN" b="1">
              <a:solidFill>
                <a:srgbClr val="996633"/>
              </a:solidFill>
              <a:latin typeface="Times New Roman" panose="02020603050405020304" pitchFamily="18" charset="0"/>
              <a:ea typeface="SimSun" panose="02010600030101010101" pitchFamily="2" charset="-122"/>
              <a:cs typeface="Times New Roman" panose="02020603050405020304" pitchFamily="18" charset="0"/>
            </a:endParaRPr>
          </a:p>
          <a:p>
            <a:pPr lvl="1" eaLnBrk="1" hangingPunct="1">
              <a:lnSpc>
                <a:spcPct val="110000"/>
              </a:lnSpc>
            </a:pPr>
            <a:r>
              <a:rPr lang="en-US" altLang="zh-CN" b="1">
                <a:solidFill>
                  <a:srgbClr val="CC0000"/>
                </a:solidFill>
                <a:latin typeface="Times New Roman" panose="02020603050405020304" pitchFamily="18" charset="0"/>
                <a:ea typeface="SimSun" panose="02010600030101010101" pitchFamily="2" charset="-122"/>
                <a:cs typeface="Times New Roman" panose="02020603050405020304" pitchFamily="18" charset="0"/>
              </a:rPr>
              <a:t>&lt;/html&gt;</a:t>
            </a:r>
            <a:r>
              <a:rPr lang="en-US" altLang="zh-CN">
                <a:latin typeface="Times New Roman" panose="02020603050405020304" pitchFamily="18" charset="0"/>
                <a:ea typeface="SimSun" panose="02010600030101010101" pitchFamily="2" charset="-122"/>
                <a:cs typeface="Times New Roman" panose="02020603050405020304" pitchFamily="18" charset="0"/>
              </a:rPr>
              <a:t> </a:t>
            </a:r>
            <a:endParaRPr lang="en-GB" altLang="en-US">
              <a:latin typeface="Times New Roman" panose="02020603050405020304" pitchFamily="18" charset="0"/>
              <a:cs typeface="Times New Roman" panose="02020603050405020304" pitchFamily="18" charset="0"/>
            </a:endParaRPr>
          </a:p>
        </p:txBody>
      </p:sp>
      <p:sp>
        <p:nvSpPr>
          <p:cNvPr id="15362" name="Rectangle 2">
            <a:extLst>
              <a:ext uri="{FF2B5EF4-FFF2-40B4-BE49-F238E27FC236}">
                <a16:creationId xmlns:a16="http://schemas.microsoft.com/office/drawing/2014/main" id="{34B64D94-7F68-3FF7-FA3C-5B9A10FF8450}"/>
              </a:ext>
            </a:extLst>
          </p:cNvPr>
          <p:cNvSpPr>
            <a:spLocks noGrp="1" noChangeArrowheads="1"/>
          </p:cNvSpPr>
          <p:nvPr>
            <p:ph type="title"/>
          </p:nvPr>
        </p:nvSpPr>
        <p:spPr>
          <a:xfrm>
            <a:off x="381000" y="274638"/>
            <a:ext cx="8153400" cy="944562"/>
          </a:xfrm>
        </p:spPr>
        <p:txBody>
          <a:bodyPr/>
          <a:lstStyle/>
          <a:p>
            <a:pPr eaLnBrk="1" fontAlgn="auto" hangingPunct="1">
              <a:spcAft>
                <a:spcPts val="0"/>
              </a:spcAft>
              <a:defRPr/>
            </a:pPr>
            <a:r>
              <a:rPr lang="en-US" altLang="zh-CN" dirty="0">
                <a:solidFill>
                  <a:schemeClr val="tx1"/>
                </a:solidFill>
                <a:ea typeface="SimSun" pitchFamily="2" charset="-122"/>
              </a:rPr>
              <a:t>Creating a Simple Page</a:t>
            </a:r>
            <a:endParaRPr lang="en-GB" dirty="0">
              <a:solidFill>
                <a:schemeClr val="tx1"/>
              </a:solidFill>
              <a:ea typeface="SimSun"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01D69052-7E42-5720-8B37-94DF3877F74F}"/>
              </a:ext>
            </a:extLst>
          </p:cNvPr>
          <p:cNvSpPr>
            <a:spLocks noGrp="1" noChangeArrowheads="1"/>
          </p:cNvSpPr>
          <p:nvPr>
            <p:ph idx="1"/>
          </p:nvPr>
        </p:nvSpPr>
        <p:spPr/>
        <p:txBody>
          <a:bodyPr/>
          <a:lstStyle/>
          <a:p>
            <a:pPr eaLnBrk="1" hangingPunct="1">
              <a:lnSpc>
                <a:spcPct val="120000"/>
              </a:lnSpc>
            </a:pPr>
            <a:r>
              <a:rPr lang="en-US" altLang="en-US" b="1">
                <a:latin typeface="Times New Roman" panose="02020603050405020304" pitchFamily="18" charset="0"/>
                <a:cs typeface="Times New Roman" panose="02020603050405020304" pitchFamily="18" charset="0"/>
              </a:rPr>
              <a:t>Note</a:t>
            </a:r>
            <a:r>
              <a:rPr lang="en-US" altLang="en-US">
                <a:latin typeface="Times New Roman" panose="02020603050405020304" pitchFamily="18" charset="0"/>
                <a:cs typeface="Times New Roman" panose="02020603050405020304" pitchFamily="18" charset="0"/>
              </a:rPr>
              <a:t>:</a:t>
            </a:r>
          </a:p>
          <a:p>
            <a:pPr lvl="1" eaLnBrk="1" hangingPunct="1">
              <a:lnSpc>
                <a:spcPct val="120000"/>
              </a:lnSpc>
            </a:pPr>
            <a:r>
              <a:rPr lang="en-US" altLang="zh-CN">
                <a:latin typeface="Times New Roman" panose="02020603050405020304" pitchFamily="18" charset="0"/>
                <a:ea typeface="SimSun" panose="02010600030101010101" pitchFamily="2" charset="-122"/>
                <a:cs typeface="Times New Roman" panose="02020603050405020304" pitchFamily="18" charset="0"/>
              </a:rPr>
              <a:t>Does not make a difference whether you put the tags or you use uppercase or lowercase letters.</a:t>
            </a:r>
          </a:p>
          <a:p>
            <a:pPr lvl="1" eaLnBrk="1" hangingPunct="1">
              <a:lnSpc>
                <a:spcPct val="120000"/>
              </a:lnSpc>
            </a:pPr>
            <a:r>
              <a:rPr lang="en-US" altLang="en-US">
                <a:latin typeface="Times New Roman" panose="02020603050405020304" pitchFamily="18" charset="0"/>
                <a:cs typeface="Times New Roman" panose="02020603050405020304" pitchFamily="18" charset="0"/>
              </a:rPr>
              <a:t>In HTML a new line and any number of spaces counts as one space.</a:t>
            </a:r>
            <a:endParaRPr lang="en-US" altLang="zh-CN">
              <a:latin typeface="Times New Roman" panose="02020603050405020304" pitchFamily="18" charset="0"/>
              <a:ea typeface="SimSun" panose="02010600030101010101" pitchFamily="2" charset="-122"/>
              <a:cs typeface="Arial" panose="020B0604020202020204" pitchFamily="34" charset="0"/>
            </a:endParaRPr>
          </a:p>
          <a:p>
            <a:pPr eaLnBrk="1" hangingPunct="1">
              <a:lnSpc>
                <a:spcPct val="120000"/>
              </a:lnSpc>
            </a:pPr>
            <a:r>
              <a:rPr lang="en-US" altLang="zh-CN">
                <a:latin typeface="Times New Roman" panose="02020603050405020304" pitchFamily="18" charset="0"/>
                <a:ea typeface="SimSun" panose="02010600030101010101" pitchFamily="2" charset="-122"/>
                <a:cs typeface="Arial" panose="020B0604020202020204" pitchFamily="34" charset="0"/>
              </a:rPr>
              <a:t>Save it to the filename </a:t>
            </a:r>
            <a:r>
              <a:rPr lang="en-US" altLang="en-US" b="1">
                <a:latin typeface="Times New Roman" panose="02020603050405020304" pitchFamily="18" charset="0"/>
                <a:cs typeface="Times New Roman" panose="02020603050405020304" pitchFamily="18" charset="0"/>
              </a:rPr>
              <a:t>mypage</a:t>
            </a:r>
            <a:r>
              <a:rPr lang="en-US" altLang="zh-CN" b="1">
                <a:latin typeface="Times New Roman" panose="02020603050405020304" pitchFamily="18" charset="0"/>
                <a:ea typeface="SimSun" panose="02010600030101010101" pitchFamily="2" charset="-122"/>
                <a:cs typeface="Arial" panose="020B0604020202020204" pitchFamily="34" charset="0"/>
              </a:rPr>
              <a:t>.html</a:t>
            </a:r>
            <a:r>
              <a:rPr lang="en-US" altLang="zh-CN">
                <a:latin typeface="Times New Roman" panose="02020603050405020304" pitchFamily="18" charset="0"/>
                <a:ea typeface="SimSun" panose="02010600030101010101" pitchFamily="2" charset="-122"/>
                <a:cs typeface="Arial" panose="020B0604020202020204" pitchFamily="34" charset="0"/>
              </a:rPr>
              <a:t>.</a:t>
            </a:r>
          </a:p>
          <a:p>
            <a:pPr eaLnBrk="1" hangingPunct="1">
              <a:lnSpc>
                <a:spcPct val="120000"/>
              </a:lnSpc>
            </a:pPr>
            <a:r>
              <a:rPr lang="en-US" altLang="en-US">
                <a:latin typeface="Times New Roman" panose="02020603050405020304" pitchFamily="18" charset="0"/>
                <a:cs typeface="Times New Roman" panose="02020603050405020304" pitchFamily="18" charset="0"/>
              </a:rPr>
              <a:t>Use internet browser to display the page.</a:t>
            </a:r>
            <a:endParaRPr lang="en-GB" altLang="en-US">
              <a:latin typeface="Times New Roman" panose="02020603050405020304" pitchFamily="18" charset="0"/>
              <a:cs typeface="Times New Roman" panose="02020603050405020304" pitchFamily="18" charset="0"/>
            </a:endParaRPr>
          </a:p>
        </p:txBody>
      </p:sp>
      <p:sp>
        <p:nvSpPr>
          <p:cNvPr id="16386" name="Rectangle 2">
            <a:extLst>
              <a:ext uri="{FF2B5EF4-FFF2-40B4-BE49-F238E27FC236}">
                <a16:creationId xmlns:a16="http://schemas.microsoft.com/office/drawing/2014/main" id="{77E125AE-17D3-9A0A-E48B-B0DC1367152C}"/>
              </a:ext>
            </a:extLst>
          </p:cNvPr>
          <p:cNvSpPr>
            <a:spLocks noGrp="1" noChangeArrowheads="1"/>
          </p:cNvSpPr>
          <p:nvPr>
            <p:ph type="title"/>
          </p:nvPr>
        </p:nvSpPr>
        <p:spPr/>
        <p:txBody>
          <a:bodyPr/>
          <a:lstStyle/>
          <a:p>
            <a:pPr eaLnBrk="1" fontAlgn="auto" hangingPunct="1">
              <a:spcAft>
                <a:spcPts val="0"/>
              </a:spcAft>
              <a:defRPr/>
            </a:pPr>
            <a:r>
              <a:rPr lang="en-US" altLang="zh-CN">
                <a:solidFill>
                  <a:schemeClr val="tx1"/>
                </a:solidFill>
                <a:ea typeface="SimSun" pitchFamily="2" charset="-122"/>
              </a:rPr>
              <a:t>Creating a Simple Page</a:t>
            </a:r>
            <a:endParaRPr lang="en-GB">
              <a:solidFill>
                <a:schemeClr val="tx1"/>
              </a:solidFill>
              <a:ea typeface="SimSun"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a:extLst>
              <a:ext uri="{FF2B5EF4-FFF2-40B4-BE49-F238E27FC236}">
                <a16:creationId xmlns:a16="http://schemas.microsoft.com/office/drawing/2014/main" id="{44E73DB9-12BE-2198-AD70-429BD410A4EC}"/>
              </a:ext>
            </a:extLst>
          </p:cNvPr>
          <p:cNvSpPr>
            <a:spLocks noGrp="1" noChangeArrowheads="1"/>
          </p:cNvSpPr>
          <p:nvPr>
            <p:ph type="title" idx="4294967295"/>
          </p:nvPr>
        </p:nvSpPr>
        <p:spPr>
          <a:xfrm>
            <a:off x="0" y="274638"/>
            <a:ext cx="8229600" cy="1143000"/>
          </a:xfrm>
        </p:spPr>
        <p:txBody>
          <a:bodyPr/>
          <a:lstStyle/>
          <a:p>
            <a:pPr eaLnBrk="1" fontAlgn="auto" hangingPunct="1">
              <a:spcAft>
                <a:spcPts val="0"/>
              </a:spcAft>
              <a:defRPr/>
            </a:pPr>
            <a:r>
              <a:rPr lang="en-US" altLang="zh-CN">
                <a:solidFill>
                  <a:schemeClr val="tx1"/>
                </a:solidFill>
                <a:ea typeface="SimSun" pitchFamily="2" charset="-122"/>
              </a:rPr>
              <a:t>Creating a Simple Page</a:t>
            </a:r>
            <a:endParaRPr lang="en-GB">
              <a:solidFill>
                <a:schemeClr val="tx1"/>
              </a:solidFill>
              <a:ea typeface="SimSun" pitchFamily="2" charset="-122"/>
            </a:endParaRPr>
          </a:p>
        </p:txBody>
      </p:sp>
      <p:graphicFrame>
        <p:nvGraphicFramePr>
          <p:cNvPr id="20483" name="Object 3">
            <a:extLst>
              <a:ext uri="{FF2B5EF4-FFF2-40B4-BE49-F238E27FC236}">
                <a16:creationId xmlns:a16="http://schemas.microsoft.com/office/drawing/2014/main" id="{F1F39562-6FBD-1F74-3C01-006A32FC6584}"/>
              </a:ext>
            </a:extLst>
          </p:cNvPr>
          <p:cNvGraphicFramePr>
            <a:graphicFrameLocks noGrp="1" noChangeAspect="1"/>
          </p:cNvGraphicFramePr>
          <p:nvPr>
            <p:ph sz="half" idx="4294967295"/>
          </p:nvPr>
        </p:nvGraphicFramePr>
        <p:xfrm>
          <a:off x="769938" y="1219200"/>
          <a:ext cx="7640637" cy="4724400"/>
        </p:xfrm>
        <a:graphic>
          <a:graphicData uri="http://schemas.openxmlformats.org/presentationml/2006/ole">
            <mc:AlternateContent xmlns:mc="http://schemas.openxmlformats.org/markup-compatibility/2006">
              <mc:Choice xmlns:v="urn:schemas-microsoft-com:vml" Requires="v">
                <p:oleObj name="Bitmap Image" r:id="rId2" imgW="0" imgH="0" progId="Paint.Picture">
                  <p:embed/>
                </p:oleObj>
              </mc:Choice>
              <mc:Fallback>
                <p:oleObj name="Bitmap Image" r:id="rId2" imgW="0" imgH="0" progId="Paint.Picture">
                  <p:embed/>
                  <p:pic>
                    <p:nvPicPr>
                      <p:cNvPr id="20483" name="Object 3">
                        <a:extLst>
                          <a:ext uri="{FF2B5EF4-FFF2-40B4-BE49-F238E27FC236}">
                            <a16:creationId xmlns:a16="http://schemas.microsoft.com/office/drawing/2014/main" id="{F1F39562-6FBD-1F74-3C01-006A32FC65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938" y="1219200"/>
                        <a:ext cx="7640637"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E99B5879-B921-8C4C-FD18-138B8D76FE3D}"/>
              </a:ext>
            </a:extLst>
          </p:cNvPr>
          <p:cNvSpPr>
            <a:spLocks noGrp="1" noChangeArrowheads="1"/>
          </p:cNvSpPr>
          <p:nvPr>
            <p:ph type="title" idx="4294967295"/>
          </p:nvPr>
        </p:nvSpPr>
        <p:spPr>
          <a:xfrm>
            <a:off x="0" y="274638"/>
            <a:ext cx="8229600" cy="1143000"/>
          </a:xfrm>
        </p:spPr>
        <p:txBody>
          <a:bodyPr/>
          <a:lstStyle/>
          <a:p>
            <a:pPr eaLnBrk="1" fontAlgn="auto" hangingPunct="1">
              <a:spcAft>
                <a:spcPts val="0"/>
              </a:spcAft>
              <a:defRPr/>
            </a:pPr>
            <a:r>
              <a:rPr lang="en-US" altLang="zh-CN">
                <a:solidFill>
                  <a:schemeClr val="tx1"/>
                </a:solidFill>
                <a:ea typeface="SimSun" pitchFamily="2" charset="-122"/>
              </a:rPr>
              <a:t>Creating a Simple Page</a:t>
            </a:r>
            <a:endParaRPr lang="en-GB">
              <a:solidFill>
                <a:schemeClr val="tx1"/>
              </a:solidFill>
              <a:ea typeface="SimSun" pitchFamily="2" charset="-122"/>
            </a:endParaRPr>
          </a:p>
        </p:txBody>
      </p:sp>
      <p:sp>
        <p:nvSpPr>
          <p:cNvPr id="21507" name="Rectangle 3">
            <a:extLst>
              <a:ext uri="{FF2B5EF4-FFF2-40B4-BE49-F238E27FC236}">
                <a16:creationId xmlns:a16="http://schemas.microsoft.com/office/drawing/2014/main" id="{184100B5-2DEE-475E-2170-646949455E93}"/>
              </a:ext>
            </a:extLst>
          </p:cNvPr>
          <p:cNvSpPr>
            <a:spLocks noGrp="1" noChangeArrowheads="1"/>
          </p:cNvSpPr>
          <p:nvPr>
            <p:ph sz="half" idx="4294967295"/>
          </p:nvPr>
        </p:nvSpPr>
        <p:spPr>
          <a:xfrm>
            <a:off x="762000" y="2286000"/>
            <a:ext cx="3657600" cy="4114800"/>
          </a:xfrm>
        </p:spPr>
        <p:txBody>
          <a:bodyPr/>
          <a:lstStyle/>
          <a:p>
            <a:pPr lvl="1" eaLnBrk="1" hangingPunct="1">
              <a:lnSpc>
                <a:spcPct val="80000"/>
              </a:lnSpc>
              <a:buFont typeface="Wingdings" panose="05000000000000000000" pitchFamily="2" charset="2"/>
              <a:buNone/>
            </a:pPr>
            <a:r>
              <a:rPr lang="en-US" altLang="en-US" sz="1800" b="1">
                <a:solidFill>
                  <a:srgbClr val="CC0000"/>
                </a:solidFill>
                <a:cs typeface="Arial" panose="020B0604020202020204" pitchFamily="34" charset="0"/>
              </a:rPr>
              <a:t>&lt;html&gt;</a:t>
            </a:r>
          </a:p>
          <a:p>
            <a:pPr lvl="1" eaLnBrk="1" hangingPunct="1">
              <a:lnSpc>
                <a:spcPct val="80000"/>
              </a:lnSpc>
              <a:buFont typeface="Wingdings" panose="05000000000000000000" pitchFamily="2" charset="2"/>
              <a:buNone/>
            </a:pPr>
            <a:r>
              <a:rPr lang="en-US" altLang="en-US" sz="1800">
                <a:cs typeface="Arial" panose="020B0604020202020204" pitchFamily="34" charset="0"/>
              </a:rPr>
              <a:t>   </a:t>
            </a:r>
            <a:r>
              <a:rPr lang="en-US" altLang="en-US" sz="1800" b="1">
                <a:solidFill>
                  <a:srgbClr val="0066FF"/>
                </a:solidFill>
                <a:cs typeface="Arial" panose="020B0604020202020204" pitchFamily="34" charset="0"/>
              </a:rPr>
              <a:t>&lt;head&gt;</a:t>
            </a:r>
          </a:p>
          <a:p>
            <a:pPr lvl="1" eaLnBrk="1" hangingPunct="1">
              <a:lnSpc>
                <a:spcPct val="80000"/>
              </a:lnSpc>
              <a:buFont typeface="Wingdings" panose="05000000000000000000" pitchFamily="2" charset="2"/>
              <a:buNone/>
            </a:pPr>
            <a:r>
              <a:rPr lang="ar-LY" altLang="en-US" sz="1800" b="1"/>
              <a:t> </a:t>
            </a:r>
            <a:r>
              <a:rPr lang="en-GB" altLang="en-US" sz="1800" b="1">
                <a:cs typeface="Arial" panose="020B0604020202020204" pitchFamily="34" charset="0"/>
              </a:rPr>
              <a:t>    </a:t>
            </a:r>
            <a:r>
              <a:rPr lang="en-US" altLang="en-US" sz="1800" b="1">
                <a:cs typeface="Arial" panose="020B0604020202020204" pitchFamily="34" charset="0"/>
              </a:rPr>
              <a:t>&lt;title&gt;</a:t>
            </a:r>
          </a:p>
          <a:p>
            <a:pPr lvl="1" eaLnBrk="1" hangingPunct="1">
              <a:lnSpc>
                <a:spcPct val="80000"/>
              </a:lnSpc>
              <a:buFont typeface="Wingdings" panose="05000000000000000000" pitchFamily="2" charset="2"/>
              <a:buNone/>
            </a:pPr>
            <a:r>
              <a:rPr lang="en-US" altLang="en-US" sz="1800">
                <a:cs typeface="Arial" panose="020B0604020202020204" pitchFamily="34" charset="0"/>
              </a:rPr>
              <a:t>        My First Page</a:t>
            </a:r>
          </a:p>
          <a:p>
            <a:pPr lvl="1" eaLnBrk="1" hangingPunct="1">
              <a:lnSpc>
                <a:spcPct val="80000"/>
              </a:lnSpc>
              <a:buFont typeface="Wingdings" panose="05000000000000000000" pitchFamily="2" charset="2"/>
              <a:buNone/>
            </a:pPr>
            <a:r>
              <a:rPr lang="en-US" altLang="en-US" sz="1800" b="1">
                <a:cs typeface="Arial" panose="020B0604020202020204" pitchFamily="34" charset="0"/>
              </a:rPr>
              <a:t>     &lt;/title&gt;</a:t>
            </a:r>
          </a:p>
          <a:p>
            <a:pPr eaLnBrk="1" hangingPunct="1">
              <a:lnSpc>
                <a:spcPct val="80000"/>
              </a:lnSpc>
              <a:buFont typeface="Wingdings" panose="05000000000000000000" pitchFamily="2" charset="2"/>
              <a:buNone/>
            </a:pPr>
            <a:r>
              <a:rPr lang="en-US" altLang="en-US" sz="1800">
                <a:cs typeface="Arial" panose="020B0604020202020204" pitchFamily="34" charset="0"/>
              </a:rPr>
              <a:t>       </a:t>
            </a:r>
            <a:r>
              <a:rPr lang="en-US" altLang="en-US" sz="1800" b="1">
                <a:solidFill>
                  <a:srgbClr val="0066FF"/>
                </a:solidFill>
                <a:cs typeface="Arial" panose="020B0604020202020204" pitchFamily="34" charset="0"/>
              </a:rPr>
              <a:t>&lt;/head&gt;</a:t>
            </a:r>
          </a:p>
          <a:p>
            <a:pPr lvl="1" eaLnBrk="1" hangingPunct="1">
              <a:lnSpc>
                <a:spcPct val="80000"/>
              </a:lnSpc>
              <a:buFont typeface="Wingdings" panose="05000000000000000000" pitchFamily="2" charset="2"/>
              <a:buNone/>
            </a:pPr>
            <a:r>
              <a:rPr lang="en-US" altLang="en-US" sz="1800">
                <a:cs typeface="Arial" panose="020B0604020202020204" pitchFamily="34" charset="0"/>
              </a:rPr>
              <a:t>  </a:t>
            </a:r>
            <a:r>
              <a:rPr lang="en-US" altLang="en-US" sz="1800" b="1">
                <a:solidFill>
                  <a:srgbClr val="996633"/>
                </a:solidFill>
                <a:cs typeface="Arial" panose="020B0604020202020204" pitchFamily="34" charset="0"/>
              </a:rPr>
              <a:t>&lt;body&gt;</a:t>
            </a:r>
          </a:p>
          <a:p>
            <a:pPr lvl="1" eaLnBrk="1" hangingPunct="1">
              <a:lnSpc>
                <a:spcPct val="80000"/>
              </a:lnSpc>
              <a:buFont typeface="Wingdings" panose="05000000000000000000" pitchFamily="2" charset="2"/>
              <a:buNone/>
            </a:pPr>
            <a:r>
              <a:rPr lang="en-US" altLang="en-US" sz="1800">
                <a:cs typeface="Arial" panose="020B0604020202020204" pitchFamily="34" charset="0"/>
              </a:rPr>
              <a:t>    Hello.      This    is     my </a:t>
            </a:r>
          </a:p>
          <a:p>
            <a:pPr lvl="1" eaLnBrk="1" hangingPunct="1">
              <a:lnSpc>
                <a:spcPct val="80000"/>
              </a:lnSpc>
              <a:buFont typeface="Wingdings" panose="05000000000000000000" pitchFamily="2" charset="2"/>
              <a:buNone/>
            </a:pPr>
            <a:r>
              <a:rPr lang="en-US" altLang="en-US" sz="1800">
                <a:cs typeface="Arial" panose="020B0604020202020204" pitchFamily="34" charset="0"/>
              </a:rPr>
              <a:t>    first page!</a:t>
            </a:r>
          </a:p>
          <a:p>
            <a:pPr lvl="1" eaLnBrk="1" hangingPunct="1">
              <a:lnSpc>
                <a:spcPct val="80000"/>
              </a:lnSpc>
              <a:buFont typeface="Wingdings" panose="05000000000000000000" pitchFamily="2" charset="2"/>
              <a:buNone/>
            </a:pPr>
            <a:r>
              <a:rPr lang="en-US" altLang="en-US" sz="1800">
                <a:cs typeface="Arial" panose="020B0604020202020204" pitchFamily="34" charset="0"/>
              </a:rPr>
              <a:t>  </a:t>
            </a:r>
            <a:r>
              <a:rPr lang="en-US" altLang="en-US" sz="1800" b="1">
                <a:solidFill>
                  <a:srgbClr val="996633"/>
                </a:solidFill>
                <a:cs typeface="Arial" panose="020B0604020202020204" pitchFamily="34" charset="0"/>
              </a:rPr>
              <a:t>&lt;/body&gt;</a:t>
            </a:r>
            <a:endParaRPr lang="en-US" altLang="zh-CN" sz="1800" b="1">
              <a:solidFill>
                <a:srgbClr val="996633"/>
              </a:solidFill>
              <a:ea typeface="SimSun" panose="02010600030101010101" pitchFamily="2" charset="-122"/>
              <a:cs typeface="Arial" panose="020B0604020202020204" pitchFamily="34" charset="0"/>
            </a:endParaRPr>
          </a:p>
          <a:p>
            <a:pPr lvl="1" eaLnBrk="1" hangingPunct="1">
              <a:lnSpc>
                <a:spcPct val="80000"/>
              </a:lnSpc>
              <a:buFont typeface="Wingdings" panose="05000000000000000000" pitchFamily="2" charset="2"/>
              <a:buNone/>
            </a:pPr>
            <a:r>
              <a:rPr lang="en-US" altLang="zh-CN" sz="1800" b="1">
                <a:solidFill>
                  <a:srgbClr val="CC0000"/>
                </a:solidFill>
                <a:ea typeface="SimSun" panose="02010600030101010101" pitchFamily="2" charset="-122"/>
                <a:cs typeface="Arial" panose="020B0604020202020204" pitchFamily="34" charset="0"/>
              </a:rPr>
              <a:t>&lt;/html</a:t>
            </a:r>
            <a:endParaRPr lang="en-GB" altLang="en-US" sz="1800" b="1">
              <a:solidFill>
                <a:srgbClr val="CC0000"/>
              </a:solidFill>
              <a:ea typeface="SimSun" panose="02010600030101010101" pitchFamily="2" charset="-122"/>
              <a:cs typeface="Arial" panose="020B0604020202020204" pitchFamily="34" charset="0"/>
            </a:endParaRPr>
          </a:p>
        </p:txBody>
      </p:sp>
      <p:sp>
        <p:nvSpPr>
          <p:cNvPr id="21508" name="Rectangle 6">
            <a:extLst>
              <a:ext uri="{FF2B5EF4-FFF2-40B4-BE49-F238E27FC236}">
                <a16:creationId xmlns:a16="http://schemas.microsoft.com/office/drawing/2014/main" id="{AE4C52D3-47E4-2FDD-50A2-6695590B40AE}"/>
              </a:ext>
            </a:extLst>
          </p:cNvPr>
          <p:cNvSpPr>
            <a:spLocks noGrp="1" noChangeArrowheads="1"/>
          </p:cNvSpPr>
          <p:nvPr>
            <p:ph sz="half" idx="4294967295"/>
          </p:nvPr>
        </p:nvSpPr>
        <p:spPr>
          <a:xfrm>
            <a:off x="4495800" y="2149475"/>
            <a:ext cx="3048000" cy="4022725"/>
          </a:xfrm>
        </p:spPr>
        <p:txBody>
          <a:bodyPr/>
          <a:lstStyle/>
          <a:p>
            <a:pPr lvl="1" eaLnBrk="1" hangingPunct="1">
              <a:lnSpc>
                <a:spcPct val="80000"/>
              </a:lnSpc>
              <a:buFont typeface="Wingdings" panose="05000000000000000000" pitchFamily="2" charset="2"/>
              <a:buNone/>
            </a:pPr>
            <a:r>
              <a:rPr lang="en-US" altLang="en-US" sz="1800" b="1">
                <a:solidFill>
                  <a:srgbClr val="CC0000"/>
                </a:solidFill>
                <a:cs typeface="Arial" panose="020B0604020202020204" pitchFamily="34" charset="0"/>
              </a:rPr>
              <a:t>&lt;html&gt;</a:t>
            </a:r>
          </a:p>
          <a:p>
            <a:pPr lvl="1" eaLnBrk="1" hangingPunct="1">
              <a:lnSpc>
                <a:spcPct val="80000"/>
              </a:lnSpc>
              <a:buFont typeface="Wingdings" panose="05000000000000000000" pitchFamily="2" charset="2"/>
              <a:buNone/>
            </a:pPr>
            <a:r>
              <a:rPr lang="en-US" altLang="en-US" sz="1800">
                <a:cs typeface="Arial" panose="020B0604020202020204" pitchFamily="34" charset="0"/>
              </a:rPr>
              <a:t>  </a:t>
            </a:r>
            <a:r>
              <a:rPr lang="en-US" altLang="en-US" sz="1800" b="1">
                <a:solidFill>
                  <a:srgbClr val="0066FF"/>
                </a:solidFill>
                <a:cs typeface="Arial" panose="020B0604020202020204" pitchFamily="34" charset="0"/>
              </a:rPr>
              <a:t>&lt;head&gt;</a:t>
            </a:r>
          </a:p>
          <a:p>
            <a:pPr lvl="1" eaLnBrk="1" hangingPunct="1">
              <a:lnSpc>
                <a:spcPct val="80000"/>
              </a:lnSpc>
              <a:buFont typeface="Wingdings" panose="05000000000000000000" pitchFamily="2" charset="2"/>
              <a:buNone/>
            </a:pPr>
            <a:r>
              <a:rPr lang="en-US" altLang="en-US" sz="1800">
                <a:cs typeface="Arial" panose="020B0604020202020204" pitchFamily="34" charset="0"/>
              </a:rPr>
              <a:t>    </a:t>
            </a:r>
            <a:r>
              <a:rPr lang="en-US" altLang="en-US" sz="1800" b="1">
                <a:cs typeface="Arial" panose="020B0604020202020204" pitchFamily="34" charset="0"/>
              </a:rPr>
              <a:t>&lt;title&gt;</a:t>
            </a:r>
          </a:p>
          <a:p>
            <a:pPr lvl="1" eaLnBrk="1" hangingPunct="1">
              <a:lnSpc>
                <a:spcPct val="80000"/>
              </a:lnSpc>
              <a:buFont typeface="Wingdings" panose="05000000000000000000" pitchFamily="2" charset="2"/>
              <a:buNone/>
            </a:pPr>
            <a:r>
              <a:rPr lang="en-US" altLang="en-US" sz="1800">
                <a:cs typeface="Arial" panose="020B0604020202020204" pitchFamily="34" charset="0"/>
              </a:rPr>
              <a:t>       My First Page</a:t>
            </a:r>
          </a:p>
          <a:p>
            <a:pPr lvl="1" eaLnBrk="1" hangingPunct="1">
              <a:lnSpc>
                <a:spcPct val="80000"/>
              </a:lnSpc>
              <a:buFont typeface="Wingdings" panose="05000000000000000000" pitchFamily="2" charset="2"/>
              <a:buNone/>
            </a:pPr>
            <a:r>
              <a:rPr lang="en-US" altLang="en-US" sz="1800" b="1">
                <a:cs typeface="Arial" panose="020B0604020202020204" pitchFamily="34" charset="0"/>
              </a:rPr>
              <a:t>    &lt;/title&gt;</a:t>
            </a:r>
          </a:p>
          <a:p>
            <a:pPr lvl="1" eaLnBrk="1" hangingPunct="1">
              <a:lnSpc>
                <a:spcPct val="80000"/>
              </a:lnSpc>
              <a:buFont typeface="Wingdings" panose="05000000000000000000" pitchFamily="2" charset="2"/>
              <a:buNone/>
            </a:pPr>
            <a:r>
              <a:rPr lang="en-US" altLang="en-US" sz="1800">
                <a:cs typeface="Arial" panose="020B0604020202020204" pitchFamily="34" charset="0"/>
              </a:rPr>
              <a:t>  </a:t>
            </a:r>
            <a:r>
              <a:rPr lang="en-US" altLang="en-US" sz="1800" b="1">
                <a:solidFill>
                  <a:srgbClr val="0066FF"/>
                </a:solidFill>
                <a:cs typeface="Arial" panose="020B0604020202020204" pitchFamily="34" charset="0"/>
              </a:rPr>
              <a:t>&lt;/head&gt;</a:t>
            </a:r>
          </a:p>
          <a:p>
            <a:pPr lvl="1" eaLnBrk="1" hangingPunct="1">
              <a:lnSpc>
                <a:spcPct val="80000"/>
              </a:lnSpc>
              <a:buFont typeface="Wingdings" panose="05000000000000000000" pitchFamily="2" charset="2"/>
              <a:buNone/>
            </a:pPr>
            <a:r>
              <a:rPr lang="en-US" altLang="en-US" sz="1800" b="1">
                <a:solidFill>
                  <a:srgbClr val="996633"/>
                </a:solidFill>
                <a:cs typeface="Arial" panose="020B0604020202020204" pitchFamily="34" charset="0"/>
              </a:rPr>
              <a:t>&lt;body&gt;</a:t>
            </a:r>
          </a:p>
          <a:p>
            <a:pPr lvl="1" eaLnBrk="1" hangingPunct="1">
              <a:lnSpc>
                <a:spcPct val="80000"/>
              </a:lnSpc>
              <a:buFont typeface="Wingdings" panose="05000000000000000000" pitchFamily="2" charset="2"/>
              <a:buNone/>
            </a:pPr>
            <a:r>
              <a:rPr lang="en-US" altLang="en-US" sz="1800">
                <a:cs typeface="Arial" panose="020B0604020202020204" pitchFamily="34" charset="0"/>
              </a:rPr>
              <a:t>    Hello.  </a:t>
            </a:r>
          </a:p>
          <a:p>
            <a:pPr lvl="1" eaLnBrk="1" hangingPunct="1">
              <a:lnSpc>
                <a:spcPct val="80000"/>
              </a:lnSpc>
              <a:buFont typeface="Wingdings" panose="05000000000000000000" pitchFamily="2" charset="2"/>
              <a:buNone/>
            </a:pPr>
            <a:r>
              <a:rPr lang="en-US" altLang="en-US" sz="1800">
                <a:cs typeface="Arial" panose="020B0604020202020204" pitchFamily="34" charset="0"/>
              </a:rPr>
              <a:t>    This </a:t>
            </a:r>
          </a:p>
          <a:p>
            <a:pPr lvl="1" eaLnBrk="1" hangingPunct="1">
              <a:lnSpc>
                <a:spcPct val="80000"/>
              </a:lnSpc>
              <a:buFont typeface="Wingdings" panose="05000000000000000000" pitchFamily="2" charset="2"/>
              <a:buNone/>
            </a:pPr>
            <a:r>
              <a:rPr lang="en-US" altLang="en-US" sz="1800">
                <a:cs typeface="Arial" panose="020B0604020202020204" pitchFamily="34" charset="0"/>
              </a:rPr>
              <a:t>     is   </a:t>
            </a:r>
          </a:p>
          <a:p>
            <a:pPr lvl="1" eaLnBrk="1" hangingPunct="1">
              <a:lnSpc>
                <a:spcPct val="80000"/>
              </a:lnSpc>
              <a:buFont typeface="Wingdings" panose="05000000000000000000" pitchFamily="2" charset="2"/>
              <a:buNone/>
            </a:pPr>
            <a:r>
              <a:rPr lang="en-US" altLang="en-US" sz="1800">
                <a:cs typeface="Arial" panose="020B0604020202020204" pitchFamily="34" charset="0"/>
              </a:rPr>
              <a:t>      my </a:t>
            </a:r>
          </a:p>
          <a:p>
            <a:pPr lvl="1" eaLnBrk="1" hangingPunct="1">
              <a:lnSpc>
                <a:spcPct val="80000"/>
              </a:lnSpc>
              <a:buFont typeface="Wingdings" panose="05000000000000000000" pitchFamily="2" charset="2"/>
              <a:buNone/>
            </a:pPr>
            <a:r>
              <a:rPr lang="en-US" altLang="en-US" sz="1800">
                <a:cs typeface="Arial" panose="020B0604020202020204" pitchFamily="34" charset="0"/>
              </a:rPr>
              <a:t>    first page!</a:t>
            </a:r>
          </a:p>
          <a:p>
            <a:pPr lvl="1" eaLnBrk="1" hangingPunct="1">
              <a:lnSpc>
                <a:spcPct val="80000"/>
              </a:lnSpc>
              <a:buFont typeface="Wingdings" panose="05000000000000000000" pitchFamily="2" charset="2"/>
              <a:buNone/>
            </a:pPr>
            <a:r>
              <a:rPr lang="en-US" altLang="en-US" sz="1800" b="1">
                <a:solidFill>
                  <a:srgbClr val="996633"/>
                </a:solidFill>
                <a:cs typeface="Arial" panose="020B0604020202020204" pitchFamily="34" charset="0"/>
              </a:rPr>
              <a:t>&lt;/body&gt;</a:t>
            </a:r>
            <a:endParaRPr lang="en-US" altLang="zh-CN" sz="1800" b="1">
              <a:solidFill>
                <a:srgbClr val="996633"/>
              </a:solidFill>
              <a:ea typeface="SimSun" panose="02010600030101010101" pitchFamily="2" charset="-122"/>
              <a:cs typeface="Arial" panose="020B0604020202020204" pitchFamily="34" charset="0"/>
            </a:endParaRPr>
          </a:p>
          <a:p>
            <a:pPr lvl="1" eaLnBrk="1" hangingPunct="1">
              <a:lnSpc>
                <a:spcPct val="80000"/>
              </a:lnSpc>
              <a:buFont typeface="Wingdings" panose="05000000000000000000" pitchFamily="2" charset="2"/>
              <a:buNone/>
            </a:pPr>
            <a:r>
              <a:rPr lang="en-US" altLang="zh-CN" sz="1800" b="1">
                <a:solidFill>
                  <a:srgbClr val="CC0000"/>
                </a:solidFill>
                <a:ea typeface="SimSun" panose="02010600030101010101" pitchFamily="2" charset="-122"/>
                <a:cs typeface="Arial" panose="020B0604020202020204" pitchFamily="34" charset="0"/>
              </a:rPr>
              <a:t>&lt;/html</a:t>
            </a:r>
            <a:endParaRPr lang="en-GB" altLang="en-US" sz="1800" b="1">
              <a:solidFill>
                <a:srgbClr val="CC0000"/>
              </a:solidFill>
              <a:ea typeface="SimSun" panose="02010600030101010101" pitchFamily="2" charset="-122"/>
              <a:cs typeface="Arial" panose="020B0604020202020204" pitchFamily="34" charset="0"/>
            </a:endParaRPr>
          </a:p>
          <a:p>
            <a:pPr eaLnBrk="1" hangingPunct="1">
              <a:lnSpc>
                <a:spcPct val="80000"/>
              </a:lnSpc>
            </a:pPr>
            <a:endParaRPr lang="en-GB" altLang="en-US" sz="3000">
              <a:cs typeface="Arial" panose="020B0604020202020204" pitchFamily="34" charset="0"/>
            </a:endParaRPr>
          </a:p>
        </p:txBody>
      </p:sp>
      <p:sp>
        <p:nvSpPr>
          <p:cNvPr id="21509" name="Text Box 8">
            <a:extLst>
              <a:ext uri="{FF2B5EF4-FFF2-40B4-BE49-F238E27FC236}">
                <a16:creationId xmlns:a16="http://schemas.microsoft.com/office/drawing/2014/main" id="{DECC6896-B20C-10A0-AA69-338FF176CFA5}"/>
              </a:ext>
            </a:extLst>
          </p:cNvPr>
          <p:cNvSpPr txBox="1">
            <a:spLocks noChangeArrowheads="1"/>
          </p:cNvSpPr>
          <p:nvPr/>
        </p:nvSpPr>
        <p:spPr bwMode="auto">
          <a:xfrm>
            <a:off x="762000" y="1143000"/>
            <a:ext cx="76200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cs typeface="Arial" panose="020B0604020202020204" pitchFamily="34" charset="0"/>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cs typeface="Arial" panose="020B0604020202020204" pitchFamily="34" charset="0"/>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cs typeface="Arial" panose="020B0604020202020204" pitchFamily="34" charset="0"/>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cs typeface="Arial" panose="020B0604020202020204" pitchFamily="34" charset="0"/>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9pPr>
          </a:lstStyle>
          <a:p>
            <a:pPr eaLnBrk="1" hangingPunct="1">
              <a:spcBef>
                <a:spcPct val="50000"/>
              </a:spcBef>
              <a:buClrTx/>
              <a:buSzTx/>
              <a:buFontTx/>
              <a:buNone/>
            </a:pPr>
            <a:r>
              <a:rPr lang="en-US" altLang="en-US" sz="2400">
                <a:solidFill>
                  <a:schemeClr val="tx2"/>
                </a:solidFill>
                <a:latin typeface="Times New Roman" panose="02020603050405020304" pitchFamily="18" charset="0"/>
                <a:cs typeface="Times New Roman" panose="02020603050405020304" pitchFamily="18" charset="0"/>
              </a:rPr>
              <a:t>The following pieces of code gives same result as last example</a:t>
            </a:r>
            <a:endParaRPr lang="en-GB" altLang="en-US" sz="2400">
              <a:solidFill>
                <a:schemeClr val="tx2"/>
              </a:solidFill>
              <a:latin typeface="Times New Roman" panose="02020603050405020304" pitchFamily="18" charset="0"/>
              <a:cs typeface="Times New Roman" panose="02020603050405020304" pitchFamily="18" charset="0"/>
            </a:endParaRPr>
          </a:p>
        </p:txBody>
      </p:sp>
      <p:graphicFrame>
        <p:nvGraphicFramePr>
          <p:cNvPr id="190481" name="Group 17">
            <a:extLst>
              <a:ext uri="{FF2B5EF4-FFF2-40B4-BE49-F238E27FC236}">
                <a16:creationId xmlns:a16="http://schemas.microsoft.com/office/drawing/2014/main" id="{9E982166-E23A-7435-B275-71C4DF1A4501}"/>
              </a:ext>
            </a:extLst>
          </p:cNvPr>
          <p:cNvGraphicFramePr>
            <a:graphicFrameLocks noGrp="1"/>
          </p:cNvGraphicFramePr>
          <p:nvPr/>
        </p:nvGraphicFramePr>
        <p:xfrm>
          <a:off x="1143000" y="1965325"/>
          <a:ext cx="6705600" cy="4038600"/>
        </p:xfrm>
        <a:graphic>
          <a:graphicData uri="http://schemas.openxmlformats.org/drawingml/2006/table">
            <a:tbl>
              <a:tblPr rtl="1"/>
              <a:tblGrid>
                <a:gridCol w="3352800">
                  <a:extLst>
                    <a:ext uri="{9D8B030D-6E8A-4147-A177-3AD203B41FA5}">
                      <a16:colId xmlns:a16="http://schemas.microsoft.com/office/drawing/2014/main" val="20000"/>
                    </a:ext>
                  </a:extLst>
                </a:gridCol>
                <a:gridCol w="3352800">
                  <a:extLst>
                    <a:ext uri="{9D8B030D-6E8A-4147-A177-3AD203B41FA5}">
                      <a16:colId xmlns:a16="http://schemas.microsoft.com/office/drawing/2014/main" val="20001"/>
                    </a:ext>
                  </a:extLst>
                </a:gridCol>
              </a:tblGrid>
              <a:tr h="40386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GB" sz="2600" b="0" i="0" u="none" strike="noStrike" cap="none" normalizeH="0" baseline="0" dirty="0">
                        <a:ln>
                          <a:noFill/>
                        </a:ln>
                        <a:solidFill>
                          <a:schemeClr val="tx1"/>
                        </a:solidFill>
                        <a:effectLst/>
                        <a:latin typeface="Arial" charset="0"/>
                        <a:cs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GB" sz="2600" b="0" i="0" u="none" strike="noStrike" cap="none" normalizeH="0" baseline="0" dirty="0">
                        <a:ln>
                          <a:noFill/>
                        </a:ln>
                        <a:solidFill>
                          <a:schemeClr val="tx1"/>
                        </a:solidFill>
                        <a:effectLst/>
                        <a:latin typeface="Arial" charset="0"/>
                        <a:cs typeface="Arial"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4E3F24C7-070D-854C-CC4A-AE3B62F973EA}"/>
              </a:ext>
            </a:extLst>
          </p:cNvPr>
          <p:cNvSpPr>
            <a:spLocks noGrp="1" noChangeArrowheads="1"/>
          </p:cNvSpPr>
          <p:nvPr>
            <p:ph idx="1"/>
          </p:nvPr>
        </p:nvSpPr>
        <p:spPr>
          <a:xfrm>
            <a:off x="457200" y="1295400"/>
            <a:ext cx="8229600" cy="4800600"/>
          </a:xfrm>
        </p:spPr>
        <p:txBody>
          <a:bodyPr/>
          <a:lstStyle/>
          <a:p>
            <a:pPr eaLnBrk="1" hangingPunct="1">
              <a:lnSpc>
                <a:spcPct val="110000"/>
              </a:lnSpc>
            </a:pPr>
            <a:r>
              <a:rPr lang="en-US" altLang="en-US" sz="2600">
                <a:latin typeface="Times New Roman" panose="02020603050405020304" pitchFamily="18" charset="0"/>
                <a:cs typeface="Times New Roman" panose="02020603050405020304" pitchFamily="18" charset="0"/>
              </a:rPr>
              <a:t>Tags can have attributes</a:t>
            </a:r>
            <a:r>
              <a:rPr lang="en-US" altLang="en-US" sz="2600" i="1">
                <a:latin typeface="Times New Roman" panose="02020603050405020304" pitchFamily="18" charset="0"/>
                <a:cs typeface="Times New Roman" panose="02020603050405020304" pitchFamily="18" charset="0"/>
              </a:rPr>
              <a:t>. </a:t>
            </a:r>
            <a:r>
              <a:rPr lang="en-US" altLang="en-US" sz="2600">
                <a:latin typeface="Times New Roman" panose="02020603050405020304" pitchFamily="18" charset="0"/>
                <a:cs typeface="Times New Roman" panose="02020603050405020304" pitchFamily="18" charset="0"/>
              </a:rPr>
              <a:t>Attributes can provide </a:t>
            </a:r>
            <a:r>
              <a:rPr lang="en-US" altLang="en-US" sz="2600" b="1">
                <a:latin typeface="Times New Roman" panose="02020603050405020304" pitchFamily="18" charset="0"/>
                <a:cs typeface="Times New Roman" panose="02020603050405020304" pitchFamily="18" charset="0"/>
              </a:rPr>
              <a:t>additional</a:t>
            </a:r>
            <a:r>
              <a:rPr lang="en-US" altLang="en-US" sz="2600">
                <a:latin typeface="Times New Roman" panose="02020603050405020304" pitchFamily="18" charset="0"/>
                <a:cs typeface="Times New Roman" panose="02020603050405020304" pitchFamily="18" charset="0"/>
              </a:rPr>
              <a:t> </a:t>
            </a:r>
            <a:r>
              <a:rPr lang="en-US" altLang="en-US" sz="2600" b="1">
                <a:latin typeface="Times New Roman" panose="02020603050405020304" pitchFamily="18" charset="0"/>
                <a:cs typeface="Times New Roman" panose="02020603050405020304" pitchFamily="18" charset="0"/>
              </a:rPr>
              <a:t>information</a:t>
            </a:r>
            <a:r>
              <a:rPr lang="en-US" altLang="en-US" sz="2600">
                <a:latin typeface="Times New Roman" panose="02020603050405020304" pitchFamily="18" charset="0"/>
                <a:cs typeface="Times New Roman" panose="02020603050405020304" pitchFamily="18" charset="0"/>
              </a:rPr>
              <a:t> about the HTML elements on your page.</a:t>
            </a:r>
          </a:p>
          <a:p>
            <a:pPr eaLnBrk="1" hangingPunct="1">
              <a:lnSpc>
                <a:spcPct val="110000"/>
              </a:lnSpc>
            </a:pPr>
            <a:r>
              <a:rPr lang="en-US" altLang="en-US" sz="2600">
                <a:latin typeface="Times New Roman" panose="02020603050405020304" pitchFamily="18" charset="0"/>
                <a:cs typeface="Times New Roman" panose="02020603050405020304" pitchFamily="18" charset="0"/>
              </a:rPr>
              <a:t>Attributes always come in name/value pairs like this: </a:t>
            </a:r>
            <a:r>
              <a:rPr lang="en-US" altLang="en-US" sz="2600">
                <a:solidFill>
                  <a:srgbClr val="0066CC"/>
                </a:solidFill>
                <a:latin typeface="Times New Roman" panose="02020603050405020304" pitchFamily="18" charset="0"/>
                <a:cs typeface="Times New Roman" panose="02020603050405020304" pitchFamily="18" charset="0"/>
              </a:rPr>
              <a:t>name="value"</a:t>
            </a:r>
            <a:r>
              <a:rPr lang="en-US" altLang="en-US" sz="2600">
                <a:latin typeface="Times New Roman" panose="02020603050405020304" pitchFamily="18" charset="0"/>
                <a:cs typeface="Times New Roman" panose="02020603050405020304" pitchFamily="18" charset="0"/>
              </a:rPr>
              <a:t>.</a:t>
            </a:r>
          </a:p>
          <a:p>
            <a:pPr eaLnBrk="1" hangingPunct="1">
              <a:lnSpc>
                <a:spcPct val="110000"/>
              </a:lnSpc>
            </a:pPr>
            <a:r>
              <a:rPr lang="en-US" altLang="en-US" sz="2600">
                <a:solidFill>
                  <a:srgbClr val="000066"/>
                </a:solidFill>
                <a:latin typeface="Times New Roman" panose="02020603050405020304" pitchFamily="18" charset="0"/>
                <a:cs typeface="Times New Roman" panose="02020603050405020304" pitchFamily="18" charset="0"/>
              </a:rPr>
              <a:t>&lt;</a:t>
            </a:r>
            <a:r>
              <a:rPr lang="en-US" altLang="en-US" sz="2600">
                <a:latin typeface="Times New Roman" panose="02020603050405020304" pitchFamily="18" charset="0"/>
                <a:cs typeface="Times New Roman" panose="02020603050405020304" pitchFamily="18" charset="0"/>
              </a:rPr>
              <a:t>body </a:t>
            </a:r>
            <a:r>
              <a:rPr lang="en-US" altLang="en-US" sz="2600">
                <a:solidFill>
                  <a:srgbClr val="CC0000"/>
                </a:solidFill>
                <a:latin typeface="Times New Roman" panose="02020603050405020304" pitchFamily="18" charset="0"/>
                <a:cs typeface="Times New Roman" panose="02020603050405020304" pitchFamily="18" charset="0"/>
              </a:rPr>
              <a:t>bgcolor="red"</a:t>
            </a:r>
            <a:r>
              <a:rPr lang="en-US" altLang="en-US" sz="2600">
                <a:solidFill>
                  <a:srgbClr val="000066"/>
                </a:solidFill>
                <a:latin typeface="Times New Roman" panose="02020603050405020304" pitchFamily="18" charset="0"/>
                <a:cs typeface="Times New Roman" panose="02020603050405020304" pitchFamily="18" charset="0"/>
              </a:rPr>
              <a:t>&gt; </a:t>
            </a:r>
          </a:p>
          <a:p>
            <a:pPr lvl="1" eaLnBrk="1" hangingPunct="1">
              <a:lnSpc>
                <a:spcPct val="110000"/>
              </a:lnSpc>
            </a:pPr>
            <a:r>
              <a:rPr lang="en-US" altLang="en-US">
                <a:latin typeface="Times New Roman" panose="02020603050405020304" pitchFamily="18" charset="0"/>
                <a:cs typeface="Times New Roman" panose="02020603050405020304" pitchFamily="18" charset="0"/>
              </a:rPr>
              <a:t>This tag defines or tell the browser that the background color of the page should be red .</a:t>
            </a:r>
          </a:p>
          <a:p>
            <a:pPr eaLnBrk="1" hangingPunct="1">
              <a:lnSpc>
                <a:spcPct val="110000"/>
              </a:lnSpc>
            </a:pPr>
            <a:r>
              <a:rPr lang="en-US" altLang="en-US" sz="2600">
                <a:latin typeface="Times New Roman" panose="02020603050405020304" pitchFamily="18" charset="0"/>
                <a:cs typeface="Times New Roman" panose="02020603050405020304" pitchFamily="18" charset="0"/>
              </a:rPr>
              <a:t>Attributes are always </a:t>
            </a:r>
            <a:r>
              <a:rPr lang="en-US" altLang="en-US" sz="2600" u="sng">
                <a:latin typeface="Times New Roman" panose="02020603050405020304" pitchFamily="18" charset="0"/>
                <a:cs typeface="Times New Roman" panose="02020603050405020304" pitchFamily="18" charset="0"/>
              </a:rPr>
              <a:t>added</a:t>
            </a:r>
            <a:r>
              <a:rPr lang="en-US" altLang="en-US" sz="2600">
                <a:latin typeface="Times New Roman" panose="02020603050405020304" pitchFamily="18" charset="0"/>
                <a:cs typeface="Times New Roman" panose="02020603050405020304" pitchFamily="18" charset="0"/>
              </a:rPr>
              <a:t> to the </a:t>
            </a:r>
            <a:r>
              <a:rPr lang="en-US" altLang="en-US" sz="2600" u="sng">
                <a:latin typeface="Times New Roman" panose="02020603050405020304" pitchFamily="18" charset="0"/>
                <a:cs typeface="Times New Roman" panose="02020603050405020304" pitchFamily="18" charset="0"/>
              </a:rPr>
              <a:t>start tag</a:t>
            </a:r>
            <a:r>
              <a:rPr lang="en-US" altLang="en-US" sz="2600">
                <a:latin typeface="Times New Roman" panose="02020603050405020304" pitchFamily="18" charset="0"/>
                <a:cs typeface="Times New Roman" panose="02020603050405020304" pitchFamily="18" charset="0"/>
              </a:rPr>
              <a:t> of an HTML element.</a:t>
            </a:r>
          </a:p>
        </p:txBody>
      </p:sp>
      <p:sp>
        <p:nvSpPr>
          <p:cNvPr id="18434" name="Rectangle 2">
            <a:extLst>
              <a:ext uri="{FF2B5EF4-FFF2-40B4-BE49-F238E27FC236}">
                <a16:creationId xmlns:a16="http://schemas.microsoft.com/office/drawing/2014/main" id="{BAABB868-FAEE-9296-CD55-9894A16BBCCA}"/>
              </a:ext>
            </a:extLst>
          </p:cNvPr>
          <p:cNvSpPr>
            <a:spLocks noGrp="1" noChangeArrowheads="1"/>
          </p:cNvSpPr>
          <p:nvPr>
            <p:ph type="title"/>
          </p:nvPr>
        </p:nvSpPr>
        <p:spPr/>
        <p:txBody>
          <a:bodyPr/>
          <a:lstStyle/>
          <a:p>
            <a:pPr eaLnBrk="1" fontAlgn="auto" hangingPunct="1">
              <a:spcAft>
                <a:spcPts val="0"/>
              </a:spcAft>
              <a:defRPr/>
            </a:pPr>
            <a:r>
              <a:rPr lang="arn-CL">
                <a:solidFill>
                  <a:schemeClr val="tx1"/>
                </a:solidFill>
              </a:rPr>
              <a:t>Tag Attributes</a:t>
            </a:r>
            <a:endParaRPr lang="en-US">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D24EB192-B2D7-28F3-2E59-62C4A45A9656}"/>
              </a:ext>
            </a:extLst>
          </p:cNvPr>
          <p:cNvGraphicFramePr>
            <a:graphicFrameLocks noGrp="1"/>
          </p:cNvGraphicFramePr>
          <p:nvPr>
            <p:ph idx="1"/>
          </p:nvPr>
        </p:nvGraphicFramePr>
        <p:xfrm>
          <a:off x="838200" y="749300"/>
          <a:ext cx="8077200" cy="5334000"/>
        </p:xfrm>
        <a:graphic>
          <a:graphicData uri="http://schemas.openxmlformats.org/drawingml/2006/table">
            <a:tbl>
              <a:tblPr/>
              <a:tblGrid>
                <a:gridCol w="4038600">
                  <a:extLst>
                    <a:ext uri="{9D8B030D-6E8A-4147-A177-3AD203B41FA5}">
                      <a16:colId xmlns:a16="http://schemas.microsoft.com/office/drawing/2014/main" val="20000"/>
                    </a:ext>
                  </a:extLst>
                </a:gridCol>
                <a:gridCol w="4038600">
                  <a:extLst>
                    <a:ext uri="{9D8B030D-6E8A-4147-A177-3AD203B41FA5}">
                      <a16:colId xmlns:a16="http://schemas.microsoft.com/office/drawing/2014/main" val="20001"/>
                    </a:ext>
                  </a:extLst>
                </a:gridCol>
              </a:tblGrid>
              <a:tr h="533400">
                <a:tc>
                  <a:txBody>
                    <a:bodyPr/>
                    <a:lstStyle/>
                    <a:p>
                      <a:r>
                        <a:rPr lang="en-US" b="1" dirty="0"/>
                        <a:t>Version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b="1" dirty="0"/>
                        <a:t>Year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533400">
                <a:tc>
                  <a:txBody>
                    <a:bodyPr/>
                    <a:lstStyle/>
                    <a:p>
                      <a:r>
                        <a:rPr lang="en-US"/>
                        <a:t>HTML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1991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33400">
                <a:tc>
                  <a:txBody>
                    <a:bodyPr/>
                    <a:lstStyle/>
                    <a:p>
                      <a:r>
                        <a:rPr lang="en-US" dirty="0"/>
                        <a:t>HTML+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1993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533400">
                <a:tc>
                  <a:txBody>
                    <a:bodyPr/>
                    <a:lstStyle/>
                    <a:p>
                      <a:r>
                        <a:rPr lang="en-US"/>
                        <a:t>HTML 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1995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533400">
                <a:tc>
                  <a:txBody>
                    <a:bodyPr/>
                    <a:lstStyle/>
                    <a:p>
                      <a:r>
                        <a:rPr lang="en-US" dirty="0"/>
                        <a:t>HTML 4.0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1997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33400">
                <a:tc>
                  <a:txBody>
                    <a:bodyPr/>
                    <a:lstStyle/>
                    <a:p>
                      <a:r>
                        <a:rPr lang="en-US" dirty="0"/>
                        <a:t>HTML 4.01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1999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533400">
                <a:tc>
                  <a:txBody>
                    <a:bodyPr/>
                    <a:lstStyle/>
                    <a:p>
                      <a:r>
                        <a:rPr lang="en-US"/>
                        <a:t>XHTML 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533400">
                <a:tc>
                  <a:txBody>
                    <a:bodyPr/>
                    <a:lstStyle/>
                    <a:p>
                      <a:r>
                        <a:rPr lang="en-US" dirty="0"/>
                        <a:t>XHTML 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2001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533400">
                <a:tc>
                  <a:txBody>
                    <a:bodyPr/>
                    <a:lstStyle/>
                    <a:p>
                      <a:r>
                        <a:rPr lang="en-US" dirty="0"/>
                        <a:t>HTML5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2012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
                  </a:ext>
                </a:extLst>
              </a:tr>
              <a:tr h="533400">
                <a:tc>
                  <a:txBody>
                    <a:bodyPr/>
                    <a:lstStyle/>
                    <a:p>
                      <a:r>
                        <a:rPr lang="en-US" dirty="0"/>
                        <a:t>XHTML5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2013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3" name="Title 2">
            <a:extLst>
              <a:ext uri="{FF2B5EF4-FFF2-40B4-BE49-F238E27FC236}">
                <a16:creationId xmlns:a16="http://schemas.microsoft.com/office/drawing/2014/main" id="{D852195D-AA60-5010-A664-1C9D2F41C8F4}"/>
              </a:ext>
            </a:extLst>
          </p:cNvPr>
          <p:cNvSpPr>
            <a:spLocks noGrp="1"/>
          </p:cNvSpPr>
          <p:nvPr>
            <p:ph type="title"/>
          </p:nvPr>
        </p:nvSpPr>
        <p:spPr>
          <a:xfrm>
            <a:off x="482665" y="152400"/>
            <a:ext cx="8229600" cy="533400"/>
          </a:xfrm>
        </p:spPr>
        <p:txBody>
          <a:bodyPr>
            <a:normAutofit fontScale="90000"/>
          </a:bodyPr>
          <a:lstStyle/>
          <a:p>
            <a:pPr eaLnBrk="1" hangingPunct="1">
              <a:defRPr/>
            </a:pPr>
            <a:br>
              <a:rPr lang="en-US" b="0" dirty="0">
                <a:solidFill>
                  <a:srgbClr val="676767"/>
                </a:solidFill>
                <a:effectLst/>
                <a:latin typeface="Verdana" pitchFamily="34" charset="0"/>
                <a:cs typeface="Arial" pitchFamily="34" charset="0"/>
              </a:rPr>
            </a:br>
            <a:r>
              <a:rPr lang="en-US" b="0" dirty="0">
                <a:solidFill>
                  <a:srgbClr val="676767"/>
                </a:solidFill>
                <a:effectLst/>
                <a:latin typeface="Verdana" pitchFamily="34" charset="0"/>
                <a:cs typeface="Arial" pitchFamily="34" charset="0"/>
              </a:rPr>
              <a:t>HTML Versions</a:t>
            </a:r>
            <a:br>
              <a:rPr lang="en-US" b="0" dirty="0">
                <a:solidFill>
                  <a:srgbClr val="676767"/>
                </a:solidFill>
                <a:effectLst/>
                <a:latin typeface="Verdana" pitchFamily="34" charset="0"/>
                <a:cs typeface="Arial" pitchFamily="34" charset="0"/>
              </a:rPr>
            </a:br>
            <a:endParaRPr lang="en-US" dirty="0"/>
          </a:p>
        </p:txBody>
      </p:sp>
      <p:sp>
        <p:nvSpPr>
          <p:cNvPr id="23590" name="Rectangle 1">
            <a:extLst>
              <a:ext uri="{FF2B5EF4-FFF2-40B4-BE49-F238E27FC236}">
                <a16:creationId xmlns:a16="http://schemas.microsoft.com/office/drawing/2014/main" id="{8D1E483D-0F19-29AA-0814-7D9E98B78134}"/>
              </a:ext>
            </a:extLst>
          </p:cNvPr>
          <p:cNvSpPr>
            <a:spLocks noChangeArrowheads="1"/>
          </p:cNvSpPr>
          <p:nvPr/>
        </p:nvSpPr>
        <p:spPr bwMode="auto">
          <a:xfrm>
            <a:off x="457200" y="1692275"/>
            <a:ext cx="0" cy="554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cs typeface="Arial" panose="020B0604020202020204" pitchFamily="34" charset="0"/>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cs typeface="Arial" panose="020B0604020202020204" pitchFamily="34" charset="0"/>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cs typeface="Arial" panose="020B0604020202020204" pitchFamily="34" charset="0"/>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cs typeface="Arial" panose="020B0604020202020204" pitchFamily="34" charset="0"/>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9pPr>
          </a:lstStyle>
          <a:p>
            <a:pPr>
              <a:spcBef>
                <a:spcPct val="0"/>
              </a:spcBef>
              <a:buClrTx/>
              <a:buSzTx/>
              <a:buFontTx/>
              <a:buNone/>
            </a:pPr>
            <a:br>
              <a:rPr lang="en-US" altLang="en-US" sz="1800">
                <a:latin typeface="Arial" panose="020B0604020202020204" pitchFamily="34" charset="0"/>
              </a:rPr>
            </a:br>
            <a:endParaRPr lang="en-US" altLang="en-US" sz="1800">
              <a:latin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1">
            <a:extLst>
              <a:ext uri="{FF2B5EF4-FFF2-40B4-BE49-F238E27FC236}">
                <a16:creationId xmlns:a16="http://schemas.microsoft.com/office/drawing/2014/main" id="{9184B4B4-E40D-51FA-FC15-19536952E9D1}"/>
              </a:ext>
            </a:extLst>
          </p:cNvPr>
          <p:cNvSpPr>
            <a:spLocks noGrp="1"/>
          </p:cNvSpPr>
          <p:nvPr>
            <p:ph idx="1"/>
          </p:nvPr>
        </p:nvSpPr>
        <p:spPr>
          <a:xfrm>
            <a:off x="228600" y="838200"/>
            <a:ext cx="8686800" cy="5168900"/>
          </a:xfrm>
        </p:spPr>
        <p:txBody>
          <a:bodyPr/>
          <a:lstStyle/>
          <a:p>
            <a:pPr eaLnBrk="1" hangingPunct="1"/>
            <a:r>
              <a:rPr lang="en-US" altLang="en-US" sz="2400">
                <a:cs typeface="Arial" panose="020B0604020202020204" pitchFamily="34" charset="0"/>
              </a:rPr>
              <a:t>It helps the browser to display a web page correctly.   There are many different documents on the web, and a browser can only display an HTML page 100% correctly if it </a:t>
            </a:r>
            <a:r>
              <a:rPr lang="en-US" altLang="en-US" sz="2400" u="sng">
                <a:cs typeface="Arial" panose="020B0604020202020204" pitchFamily="34" charset="0"/>
              </a:rPr>
              <a:t>knows</a:t>
            </a:r>
            <a:r>
              <a:rPr lang="en-US" altLang="en-US" sz="2400">
                <a:cs typeface="Arial" panose="020B0604020202020204" pitchFamily="34" charset="0"/>
              </a:rPr>
              <a:t> the HTML </a:t>
            </a:r>
            <a:r>
              <a:rPr lang="en-US" altLang="en-US" sz="2400">
                <a:solidFill>
                  <a:srgbClr val="000066"/>
                </a:solidFill>
                <a:cs typeface="Arial" panose="020B0604020202020204" pitchFamily="34" charset="0"/>
              </a:rPr>
              <a:t>type</a:t>
            </a:r>
            <a:r>
              <a:rPr lang="en-US" altLang="en-US" sz="2400">
                <a:cs typeface="Arial" panose="020B0604020202020204" pitchFamily="34" charset="0"/>
              </a:rPr>
              <a:t> and </a:t>
            </a:r>
            <a:r>
              <a:rPr lang="en-US" altLang="en-US" sz="2400">
                <a:solidFill>
                  <a:srgbClr val="000066"/>
                </a:solidFill>
                <a:cs typeface="Arial" panose="020B0604020202020204" pitchFamily="34" charset="0"/>
              </a:rPr>
              <a:t>version</a:t>
            </a:r>
            <a:r>
              <a:rPr lang="en-US" altLang="en-US" sz="2400">
                <a:cs typeface="Arial" panose="020B0604020202020204" pitchFamily="34" charset="0"/>
              </a:rPr>
              <a:t> used.</a:t>
            </a:r>
          </a:p>
          <a:p>
            <a:pPr eaLnBrk="1" hangingPunct="1"/>
            <a:r>
              <a:rPr lang="en-US" altLang="en-US" sz="800" u="sng">
                <a:solidFill>
                  <a:srgbClr val="0070C0"/>
                </a:solidFill>
                <a:cs typeface="Arial" panose="020B0604020202020204" pitchFamily="34" charset="0"/>
              </a:rPr>
              <a:t> </a:t>
            </a:r>
          </a:p>
          <a:p>
            <a:pPr eaLnBrk="1" hangingPunct="1"/>
            <a:r>
              <a:rPr lang="en-US" altLang="en-US" sz="1800" u="sng">
                <a:solidFill>
                  <a:srgbClr val="0070C0"/>
                </a:solidFill>
                <a:cs typeface="Arial" panose="020B0604020202020204" pitchFamily="34" charset="0"/>
              </a:rPr>
              <a:t>&lt;!DOCTYPE&gt;</a:t>
            </a:r>
            <a:r>
              <a:rPr lang="en-US" altLang="en-US" sz="2000" u="sng">
                <a:solidFill>
                  <a:srgbClr val="0070C0"/>
                </a:solidFill>
                <a:cs typeface="Arial" panose="020B0604020202020204" pitchFamily="34" charset="0"/>
              </a:rPr>
              <a:t> </a:t>
            </a:r>
            <a:r>
              <a:rPr lang="en-US" altLang="en-US" sz="2400">
                <a:cs typeface="Arial" panose="020B0604020202020204" pitchFamily="34" charset="0"/>
              </a:rPr>
              <a:t>is </a:t>
            </a:r>
            <a:r>
              <a:rPr lang="en-US" altLang="en-US" sz="2400" b="1">
                <a:cs typeface="Arial" panose="020B0604020202020204" pitchFamily="34" charset="0"/>
              </a:rPr>
              <a:t>not</a:t>
            </a:r>
            <a:r>
              <a:rPr lang="en-US" altLang="en-US" sz="2400">
                <a:cs typeface="Arial" panose="020B0604020202020204" pitchFamily="34" charset="0"/>
              </a:rPr>
              <a:t> an HTML </a:t>
            </a:r>
            <a:r>
              <a:rPr lang="en-US" altLang="en-US" sz="2400" b="1">
                <a:cs typeface="Arial" panose="020B0604020202020204" pitchFamily="34" charset="0"/>
              </a:rPr>
              <a:t>tag</a:t>
            </a:r>
            <a:r>
              <a:rPr lang="en-US" altLang="en-US" sz="2400">
                <a:cs typeface="Arial" panose="020B0604020202020204" pitchFamily="34" charset="0"/>
              </a:rPr>
              <a:t>; it is an </a:t>
            </a:r>
            <a:r>
              <a:rPr lang="en-US" altLang="en-US" sz="2400" i="1">
                <a:solidFill>
                  <a:srgbClr val="CC0066"/>
                </a:solidFill>
                <a:cs typeface="Arial" panose="020B0604020202020204" pitchFamily="34" charset="0"/>
              </a:rPr>
              <a:t>instruction</a:t>
            </a:r>
            <a:r>
              <a:rPr lang="en-US" altLang="en-US" sz="2400">
                <a:solidFill>
                  <a:srgbClr val="CC0066"/>
                </a:solidFill>
                <a:cs typeface="Arial" panose="020B0604020202020204" pitchFamily="34" charset="0"/>
              </a:rPr>
              <a:t> </a:t>
            </a:r>
            <a:r>
              <a:rPr lang="en-US" altLang="en-US" sz="2400">
                <a:cs typeface="Arial" panose="020B0604020202020204" pitchFamily="34" charset="0"/>
              </a:rPr>
              <a:t>to the web browser about what version of HTML the page is written in.</a:t>
            </a:r>
          </a:p>
          <a:p>
            <a:pPr eaLnBrk="1" hangingPunct="1"/>
            <a:r>
              <a:rPr lang="en-US" altLang="en-US" sz="2400">
                <a:cs typeface="Arial" panose="020B0604020202020204" pitchFamily="34" charset="0"/>
              </a:rPr>
              <a:t>In </a:t>
            </a:r>
            <a:r>
              <a:rPr lang="en-US" altLang="en-US" sz="1800">
                <a:cs typeface="Arial" panose="020B0604020202020204" pitchFamily="34" charset="0"/>
              </a:rPr>
              <a:t>(</a:t>
            </a:r>
            <a:r>
              <a:rPr lang="en-US" altLang="en-US" sz="1800" b="1">
                <a:solidFill>
                  <a:srgbClr val="000066"/>
                </a:solidFill>
                <a:cs typeface="Arial" panose="020B0604020202020204" pitchFamily="34" charset="0"/>
              </a:rPr>
              <a:t>HTML 4.01/XML </a:t>
            </a:r>
            <a:r>
              <a:rPr lang="en-US" altLang="en-US" sz="1800" b="1">
                <a:cs typeface="Arial" panose="020B0604020202020204" pitchFamily="34" charset="0"/>
              </a:rPr>
              <a:t>)</a:t>
            </a:r>
            <a:r>
              <a:rPr lang="en-US" altLang="en-US" sz="1800" b="1">
                <a:solidFill>
                  <a:srgbClr val="000066"/>
                </a:solidFill>
                <a:cs typeface="Arial" panose="020B0604020202020204" pitchFamily="34" charset="0"/>
              </a:rPr>
              <a:t> </a:t>
            </a:r>
            <a:r>
              <a:rPr lang="en-US" altLang="en-US" sz="2400">
                <a:cs typeface="Arial" panose="020B0604020202020204" pitchFamily="34" charset="0"/>
              </a:rPr>
              <a:t>it</a:t>
            </a:r>
            <a:r>
              <a:rPr lang="en-US" altLang="en-US" sz="1800" b="1">
                <a:solidFill>
                  <a:srgbClr val="000066"/>
                </a:solidFill>
                <a:cs typeface="Arial" panose="020B0604020202020204" pitchFamily="34" charset="0"/>
              </a:rPr>
              <a:t> </a:t>
            </a:r>
            <a:r>
              <a:rPr lang="en-US" altLang="en-US" sz="2400">
                <a:cs typeface="Arial" panose="020B0604020202020204" pitchFamily="34" charset="0"/>
              </a:rPr>
              <a:t>refers to a </a:t>
            </a:r>
            <a:r>
              <a:rPr lang="en-US" altLang="en-US" sz="2000">
                <a:cs typeface="Arial" panose="020B0604020202020204" pitchFamily="34" charset="0"/>
              </a:rPr>
              <a:t>DTD</a:t>
            </a:r>
            <a:r>
              <a:rPr lang="en-US" altLang="en-US" sz="2400">
                <a:cs typeface="Arial" panose="020B0604020202020204" pitchFamily="34" charset="0"/>
              </a:rPr>
              <a:t>(</a:t>
            </a:r>
            <a:r>
              <a:rPr lang="en-US" altLang="en-US" sz="1800" b="1">
                <a:solidFill>
                  <a:srgbClr val="CC0066"/>
                </a:solidFill>
                <a:cs typeface="Arial" panose="020B0604020202020204" pitchFamily="34" charset="0"/>
              </a:rPr>
              <a:t>Document Type Definition</a:t>
            </a:r>
            <a:r>
              <a:rPr lang="en-US" altLang="en-US" sz="1800">
                <a:solidFill>
                  <a:srgbClr val="CC0066"/>
                </a:solidFill>
                <a:cs typeface="Arial" panose="020B0604020202020204" pitchFamily="34" charset="0"/>
              </a:rPr>
              <a:t> </a:t>
            </a:r>
            <a:r>
              <a:rPr lang="en-US" altLang="en-US" sz="2400">
                <a:cs typeface="Arial" panose="020B0604020202020204" pitchFamily="34" charset="0"/>
              </a:rPr>
              <a:t>) , because HTML 4.01 was based on SGML(</a:t>
            </a:r>
            <a:r>
              <a:rPr lang="en-US" altLang="en-US" sz="2000">
                <a:solidFill>
                  <a:srgbClr val="CC0066"/>
                </a:solidFill>
                <a:cs typeface="Arial" panose="020B0604020202020204" pitchFamily="34" charset="0"/>
              </a:rPr>
              <a:t>Standard Generalized Markup Language</a:t>
            </a:r>
            <a:r>
              <a:rPr lang="en-US" altLang="en-US" sz="2000">
                <a:cs typeface="Arial" panose="020B0604020202020204" pitchFamily="34" charset="0"/>
              </a:rPr>
              <a:t>)</a:t>
            </a:r>
            <a:r>
              <a:rPr lang="en-US" altLang="en-US" sz="2400">
                <a:cs typeface="Arial" panose="020B0604020202020204" pitchFamily="34" charset="0"/>
              </a:rPr>
              <a:t>. The DTD specifies the rules for the markup language</a:t>
            </a:r>
          </a:p>
          <a:p>
            <a:pPr eaLnBrk="1" hangingPunct="1"/>
            <a:endParaRPr lang="en-US" altLang="en-US" sz="800">
              <a:cs typeface="Arial" panose="020B0604020202020204" pitchFamily="34" charset="0"/>
            </a:endParaRPr>
          </a:p>
          <a:p>
            <a:pPr eaLnBrk="1" hangingPunct="1"/>
            <a:r>
              <a:rPr lang="en-US" altLang="en-US" sz="2000">
                <a:cs typeface="Arial" panose="020B0604020202020204" pitchFamily="34" charset="0"/>
              </a:rPr>
              <a:t>HTML5 is </a:t>
            </a:r>
            <a:r>
              <a:rPr lang="en-US" altLang="en-US" sz="2000" b="1">
                <a:solidFill>
                  <a:srgbClr val="FF0000"/>
                </a:solidFill>
                <a:cs typeface="Arial" panose="020B0604020202020204" pitchFamily="34" charset="0"/>
              </a:rPr>
              <a:t>not based</a:t>
            </a:r>
            <a:r>
              <a:rPr lang="en-US" altLang="en-US" sz="2000">
                <a:cs typeface="Arial" panose="020B0604020202020204" pitchFamily="34" charset="0"/>
              </a:rPr>
              <a:t> on SGML, and therefore does not require a reference to a DTD</a:t>
            </a:r>
          </a:p>
        </p:txBody>
      </p:sp>
      <p:sp>
        <p:nvSpPr>
          <p:cNvPr id="3" name="Title 2">
            <a:extLst>
              <a:ext uri="{FF2B5EF4-FFF2-40B4-BE49-F238E27FC236}">
                <a16:creationId xmlns:a16="http://schemas.microsoft.com/office/drawing/2014/main" id="{6ADA611E-697B-CCD2-D135-C820C0C7B539}"/>
              </a:ext>
            </a:extLst>
          </p:cNvPr>
          <p:cNvSpPr>
            <a:spLocks noGrp="1"/>
          </p:cNvSpPr>
          <p:nvPr>
            <p:ph type="title"/>
          </p:nvPr>
        </p:nvSpPr>
        <p:spPr>
          <a:xfrm>
            <a:off x="469900" y="76200"/>
            <a:ext cx="8229600" cy="868362"/>
          </a:xfrm>
        </p:spPr>
        <p:txBody>
          <a:bodyPr/>
          <a:lstStyle/>
          <a:p>
            <a:pPr eaLnBrk="1" hangingPunct="1">
              <a:defRPr/>
            </a:pPr>
            <a:r>
              <a:rPr lang="en-US" sz="2800" dirty="0">
                <a:solidFill>
                  <a:schemeClr val="tx1"/>
                </a:solidFill>
                <a:effectLst/>
              </a:rPr>
              <a:t>The &lt;!DOCTYPE&gt; Declaration</a:t>
            </a:r>
            <a:endParaRPr lang="en-US" sz="280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082CE7E0-158A-7DB9-1C16-715FAA292C59}"/>
              </a:ext>
            </a:extLst>
          </p:cNvPr>
          <p:cNvSpPr>
            <a:spLocks noGrp="1"/>
          </p:cNvSpPr>
          <p:nvPr>
            <p:ph idx="1"/>
          </p:nvPr>
        </p:nvSpPr>
        <p:spPr>
          <a:xfrm>
            <a:off x="304800" y="533400"/>
            <a:ext cx="8686800" cy="5473700"/>
          </a:xfrm>
        </p:spPr>
        <p:txBody>
          <a:bodyPr/>
          <a:lstStyle/>
          <a:p>
            <a:pPr marL="0" eaLnBrk="1" hangingPunct="1">
              <a:lnSpc>
                <a:spcPct val="115000"/>
              </a:lnSpc>
              <a:spcBef>
                <a:spcPts val="0"/>
              </a:spcBef>
              <a:spcAft>
                <a:spcPts val="1000"/>
              </a:spcAft>
              <a:defRPr/>
            </a:pPr>
            <a:r>
              <a:rPr lang="en-US" sz="2400" dirty="0">
                <a:latin typeface="Verdana"/>
                <a:ea typeface="Times New Roman"/>
                <a:cs typeface="Times New Roman"/>
              </a:rPr>
              <a:t>HTML 4.01 Strict</a:t>
            </a:r>
            <a:endParaRPr lang="en-US" sz="2400" dirty="0">
              <a:latin typeface="Calibri"/>
              <a:ea typeface="Times New Roman"/>
              <a:cs typeface="Arial"/>
            </a:endParaRPr>
          </a:p>
          <a:p>
            <a:pPr marL="0" indent="0" eaLnBrk="1" hangingPunct="1">
              <a:lnSpc>
                <a:spcPct val="115000"/>
              </a:lnSpc>
              <a:spcBef>
                <a:spcPts val="0"/>
              </a:spcBef>
              <a:spcAft>
                <a:spcPts val="1000"/>
              </a:spcAft>
              <a:buFont typeface="Wingdings 3" panose="05040102010807070707" pitchFamily="18" charset="2"/>
              <a:buNone/>
              <a:defRPr/>
            </a:pPr>
            <a:r>
              <a:rPr lang="en-US" sz="1600" dirty="0">
                <a:latin typeface="Verdana"/>
                <a:ea typeface="Times New Roman"/>
                <a:cs typeface="Times New Roman"/>
              </a:rPr>
              <a:t>This DTD contains all HTML elements and attributes, but does NOT INCLUDE presentational or deprecated elements (like font). Framesets are not allowed.</a:t>
            </a:r>
            <a:endParaRPr lang="en-US" sz="2400" dirty="0">
              <a:latin typeface="Calibri"/>
              <a:ea typeface="Calibri"/>
              <a:cs typeface="Arial"/>
            </a:endParaRPr>
          </a:p>
          <a:p>
            <a:pPr marL="0" indent="0" eaLnBrk="1" hangingPunct="1">
              <a:lnSpc>
                <a:spcPct val="115000"/>
              </a:lnSpc>
              <a:spcBef>
                <a:spcPts val="0"/>
              </a:spcBef>
              <a:spcAft>
                <a:spcPts val="0"/>
              </a:spcAft>
              <a:buFont typeface="Wingdings 3" panose="05040102010807070707" pitchFamily="18" charset="2"/>
              <a:buNone/>
              <a:defRPr/>
            </a:pPr>
            <a:r>
              <a:rPr lang="en-US" sz="1600" dirty="0">
                <a:latin typeface="Verdana"/>
                <a:ea typeface="Times New Roman"/>
                <a:cs typeface="Times New Roman"/>
              </a:rPr>
              <a:t>&lt; !DOCTYPE HTML PUBLIC "-//W3C//DTD HTML 4.01//EN"     </a:t>
            </a:r>
          </a:p>
          <a:p>
            <a:pPr marL="0" indent="0" eaLnBrk="1" hangingPunct="1">
              <a:lnSpc>
                <a:spcPct val="115000"/>
              </a:lnSpc>
              <a:spcBef>
                <a:spcPts val="0"/>
              </a:spcBef>
              <a:spcAft>
                <a:spcPts val="0"/>
              </a:spcAft>
              <a:buFont typeface="Wingdings 3" panose="05040102010807070707" pitchFamily="18" charset="2"/>
              <a:buNone/>
              <a:defRPr/>
            </a:pPr>
            <a:r>
              <a:rPr lang="en-US" sz="1600" dirty="0">
                <a:latin typeface="Verdana"/>
                <a:ea typeface="Times New Roman"/>
                <a:cs typeface="Times New Roman"/>
              </a:rPr>
              <a:t>  "http://www.w3.org/TR/html4/strict.dtd"&gt;</a:t>
            </a:r>
            <a:endParaRPr lang="en-US" sz="2400" dirty="0">
              <a:latin typeface="Calibri"/>
              <a:ea typeface="Calibri"/>
              <a:cs typeface="Arial"/>
            </a:endParaRPr>
          </a:p>
          <a:p>
            <a:pPr marL="0" eaLnBrk="1" hangingPunct="1">
              <a:lnSpc>
                <a:spcPct val="115000"/>
              </a:lnSpc>
              <a:spcBef>
                <a:spcPts val="0"/>
              </a:spcBef>
              <a:spcAft>
                <a:spcPts val="1000"/>
              </a:spcAft>
              <a:defRPr/>
            </a:pPr>
            <a:r>
              <a:rPr lang="en-US" sz="2400" dirty="0">
                <a:latin typeface="Verdana"/>
                <a:ea typeface="Times New Roman"/>
                <a:cs typeface="Times New Roman"/>
              </a:rPr>
              <a:t>HTML 4.01 Transitional</a:t>
            </a:r>
            <a:endParaRPr lang="en-US" sz="2400" dirty="0">
              <a:latin typeface="Calibri"/>
              <a:ea typeface="Calibri"/>
              <a:cs typeface="Arial"/>
            </a:endParaRPr>
          </a:p>
          <a:p>
            <a:pPr marL="0" indent="0" eaLnBrk="1" hangingPunct="1">
              <a:lnSpc>
                <a:spcPct val="140000"/>
              </a:lnSpc>
              <a:spcBef>
                <a:spcPts val="0"/>
              </a:spcBef>
              <a:spcAft>
                <a:spcPts val="1000"/>
              </a:spcAft>
              <a:buFont typeface="Wingdings 3" panose="05040102010807070707" pitchFamily="18" charset="2"/>
              <a:buNone/>
              <a:defRPr/>
            </a:pPr>
            <a:r>
              <a:rPr lang="en-US" sz="1600" dirty="0">
                <a:latin typeface="Verdana"/>
                <a:ea typeface="Times New Roman"/>
                <a:cs typeface="Times New Roman"/>
              </a:rPr>
              <a:t>This DTD contains all HTML elements and attributes, INCLUDING presentational and deprecated elements (like font). Framesets are not allowed.</a:t>
            </a:r>
            <a:endParaRPr lang="en-US" sz="2400" dirty="0">
              <a:latin typeface="Calibri"/>
              <a:ea typeface="Calibri"/>
              <a:cs typeface="Arial"/>
            </a:endParaRPr>
          </a:p>
          <a:p>
            <a:pPr marL="0" indent="0" eaLnBrk="1" hangingPunct="1">
              <a:lnSpc>
                <a:spcPct val="115000"/>
              </a:lnSpc>
              <a:spcBef>
                <a:spcPts val="0"/>
              </a:spcBef>
              <a:spcAft>
                <a:spcPts val="0"/>
              </a:spcAft>
              <a:buFont typeface="Wingdings 3" panose="05040102010807070707" pitchFamily="18" charset="2"/>
              <a:buNone/>
              <a:defRPr/>
            </a:pPr>
            <a:r>
              <a:rPr lang="en-US" sz="1600" dirty="0">
                <a:latin typeface="Verdana"/>
                <a:ea typeface="Times New Roman"/>
                <a:cs typeface="Times New Roman"/>
              </a:rPr>
              <a:t>&lt; !DOCTYPE HTML PUBLIC "-//W3C//DTD HTML 4.01 Transitional//EN" "http://www.w3.org/TR/html4/loose.dtd"&gt;</a:t>
            </a:r>
            <a:endParaRPr lang="en-US" sz="2400" dirty="0">
              <a:latin typeface="Calibri"/>
              <a:ea typeface="Calibri"/>
              <a:cs typeface="Arial"/>
            </a:endParaRPr>
          </a:p>
          <a:p>
            <a:pPr marL="0" eaLnBrk="1" hangingPunct="1">
              <a:lnSpc>
                <a:spcPct val="115000"/>
              </a:lnSpc>
              <a:spcBef>
                <a:spcPts val="0"/>
              </a:spcBef>
              <a:spcAft>
                <a:spcPts val="1000"/>
              </a:spcAft>
              <a:defRPr/>
            </a:pPr>
            <a:r>
              <a:rPr lang="en-US" sz="2400" dirty="0">
                <a:latin typeface="Verdana"/>
                <a:ea typeface="Times New Roman"/>
                <a:cs typeface="Times New Roman"/>
              </a:rPr>
              <a:t>HTML 4.01 Frameset</a:t>
            </a:r>
            <a:endParaRPr lang="en-US" sz="2400" dirty="0">
              <a:latin typeface="Calibri"/>
              <a:ea typeface="Calibri"/>
              <a:cs typeface="Arial"/>
            </a:endParaRPr>
          </a:p>
          <a:p>
            <a:pPr marL="0" indent="0" eaLnBrk="1" hangingPunct="1">
              <a:spcBef>
                <a:spcPts val="0"/>
              </a:spcBef>
              <a:spcAft>
                <a:spcPts val="1000"/>
              </a:spcAft>
              <a:buFont typeface="Wingdings 3" panose="05040102010807070707" pitchFamily="18" charset="2"/>
              <a:buNone/>
              <a:defRPr/>
            </a:pPr>
            <a:r>
              <a:rPr lang="en-US" sz="1600" dirty="0">
                <a:latin typeface="Verdana"/>
                <a:ea typeface="Times New Roman"/>
                <a:cs typeface="Times New Roman"/>
              </a:rPr>
              <a:t>The DTD is equal to HTML 4.01 Transitional, but allows the use of frameset content.</a:t>
            </a:r>
            <a:endParaRPr lang="en-US" sz="2400" dirty="0">
              <a:latin typeface="Calibri"/>
              <a:ea typeface="Times New Roman"/>
              <a:cs typeface="Arial"/>
            </a:endParaRPr>
          </a:p>
          <a:p>
            <a:pPr marL="0" indent="0" eaLnBrk="1" hangingPunct="1">
              <a:spcBef>
                <a:spcPts val="0"/>
              </a:spcBef>
              <a:spcAft>
                <a:spcPts val="1000"/>
              </a:spcAft>
              <a:buFont typeface="Wingdings 3" panose="05040102010807070707" pitchFamily="18" charset="2"/>
              <a:buNone/>
              <a:defRPr/>
            </a:pPr>
            <a:r>
              <a:rPr lang="en-US" sz="1600" dirty="0">
                <a:latin typeface="Verdana"/>
                <a:ea typeface="Times New Roman"/>
                <a:cs typeface="Times New Roman"/>
              </a:rPr>
              <a:t>&lt; !DOCTYPE HTML PUBLIC "-//W3C//DTD HTML 4.01 Frameset//EN" "http://www.w3.org/TR/html4/frameset.dtd"&gt;</a:t>
            </a:r>
            <a:endParaRPr lang="en-US" sz="1600" dirty="0"/>
          </a:p>
        </p:txBody>
      </p:sp>
      <p:sp>
        <p:nvSpPr>
          <p:cNvPr id="3" name="Title 2">
            <a:extLst>
              <a:ext uri="{FF2B5EF4-FFF2-40B4-BE49-F238E27FC236}">
                <a16:creationId xmlns:a16="http://schemas.microsoft.com/office/drawing/2014/main" id="{6FB13D41-B40B-C97C-13AC-B6828EDBEEC4}"/>
              </a:ext>
            </a:extLst>
          </p:cNvPr>
          <p:cNvSpPr>
            <a:spLocks noGrp="1"/>
          </p:cNvSpPr>
          <p:nvPr>
            <p:ph type="title"/>
          </p:nvPr>
        </p:nvSpPr>
        <p:spPr>
          <a:xfrm>
            <a:off x="457200" y="76200"/>
            <a:ext cx="8229600" cy="639762"/>
          </a:xfrm>
        </p:spPr>
        <p:txBody>
          <a:bodyPr/>
          <a:lstStyle/>
          <a:p>
            <a:pPr algn="ctr" eaLnBrk="1" hangingPunct="1">
              <a:defRPr/>
            </a:pPr>
            <a:r>
              <a:rPr lang="en-US" sz="2800" dirty="0">
                <a:solidFill>
                  <a:schemeClr val="bg2">
                    <a:lumMod val="25000"/>
                  </a:schemeClr>
                </a:solidFill>
                <a:effectLst/>
              </a:rPr>
              <a:t>Common DOCTYPE Declarations</a:t>
            </a:r>
            <a:endParaRPr lang="en-US" sz="2800" dirty="0">
              <a:solidFill>
                <a:schemeClr val="bg2">
                  <a:lumMod val="25000"/>
                </a:schemeClr>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63032F-187D-7AAD-BD5B-AEF5ABA94C30}"/>
              </a:ext>
            </a:extLst>
          </p:cNvPr>
          <p:cNvSpPr>
            <a:spLocks noGrp="1"/>
          </p:cNvSpPr>
          <p:nvPr>
            <p:ph idx="1"/>
          </p:nvPr>
        </p:nvSpPr>
        <p:spPr>
          <a:xfrm>
            <a:off x="457200" y="533400"/>
            <a:ext cx="8229600" cy="5638800"/>
          </a:xfrm>
        </p:spPr>
        <p:txBody>
          <a:bodyPr/>
          <a:lstStyle/>
          <a:p>
            <a:pPr eaLnBrk="1" hangingPunct="1">
              <a:defRPr/>
            </a:pPr>
            <a:r>
              <a:rPr lang="en-US" sz="1800" b="1" dirty="0"/>
              <a:t>XHTML 1.0 Strict</a:t>
            </a:r>
          </a:p>
          <a:p>
            <a:pPr marL="109537" indent="0" eaLnBrk="1" hangingPunct="1">
              <a:buFont typeface="Wingdings 3" panose="05040102010807070707" pitchFamily="18" charset="2"/>
              <a:buNone/>
              <a:defRPr/>
            </a:pPr>
            <a:r>
              <a:rPr lang="en-US" sz="1800" dirty="0"/>
              <a:t>&lt; !DOCTYPE html PUBLIC "-//W3C//DTD XHTML 1.0 Strict//EN" "http://www.w3.org/TR/xhtml1/DTD/xhtml1-strict.dtd"&gt;</a:t>
            </a:r>
          </a:p>
          <a:p>
            <a:pPr marL="109537" indent="0" eaLnBrk="1" hangingPunct="1">
              <a:buFont typeface="Wingdings 3" panose="05040102010807070707" pitchFamily="18" charset="2"/>
              <a:buNone/>
              <a:defRPr/>
            </a:pPr>
            <a:endParaRPr lang="en-US" sz="1050" dirty="0"/>
          </a:p>
          <a:p>
            <a:pPr eaLnBrk="1" hangingPunct="1">
              <a:defRPr/>
            </a:pPr>
            <a:r>
              <a:rPr lang="en-US" sz="1800" b="1" dirty="0"/>
              <a:t>XHTML 1.0 Transitional</a:t>
            </a:r>
          </a:p>
          <a:p>
            <a:pPr marL="109537" indent="0" eaLnBrk="1" hangingPunct="1">
              <a:buFont typeface="Wingdings 3" panose="05040102010807070707" pitchFamily="18" charset="2"/>
              <a:buNone/>
              <a:defRPr/>
            </a:pPr>
            <a:r>
              <a:rPr lang="en-US" sz="1800" dirty="0"/>
              <a:t>&lt; !DOCTYPE html PUBLIC "-//W3C//DTD XHTML 1.0 Transitional//EN" "http://www.w3.org/TR/xhtml1/DTD/xhtml1-transitional.dtd"&gt;</a:t>
            </a:r>
          </a:p>
          <a:p>
            <a:pPr marL="109537" indent="0" eaLnBrk="1" hangingPunct="1">
              <a:buFont typeface="Wingdings 3" panose="05040102010807070707" pitchFamily="18" charset="2"/>
              <a:buNone/>
              <a:defRPr/>
            </a:pPr>
            <a:endParaRPr lang="en-US" sz="1800" dirty="0"/>
          </a:p>
          <a:p>
            <a:pPr eaLnBrk="1" hangingPunct="1">
              <a:defRPr/>
            </a:pPr>
            <a:r>
              <a:rPr lang="en-US" sz="1800" b="1" dirty="0"/>
              <a:t>XHTML 1.0 Frameset</a:t>
            </a:r>
          </a:p>
          <a:p>
            <a:pPr marL="109537" indent="0" eaLnBrk="1" hangingPunct="1">
              <a:buFont typeface="Wingdings 3" panose="05040102010807070707" pitchFamily="18" charset="2"/>
              <a:buNone/>
              <a:defRPr/>
            </a:pPr>
            <a:r>
              <a:rPr lang="en-US" sz="1800" dirty="0"/>
              <a:t>This DTD is equal to XHTML 1.0 Transitional, but allows the use of frameset content.</a:t>
            </a:r>
          </a:p>
          <a:p>
            <a:pPr marL="109537" indent="0" eaLnBrk="1" hangingPunct="1">
              <a:buFont typeface="Wingdings 3" panose="05040102010807070707" pitchFamily="18" charset="2"/>
              <a:buNone/>
              <a:defRPr/>
            </a:pPr>
            <a:r>
              <a:rPr lang="en-US" sz="1800" dirty="0"/>
              <a:t>&lt; !DOCTYPE html PUBLIC "-//W3C//DTD XHTML 1.0 Frameset//EN" "http://www.w3.org/TR/xhtml1/DTD/xhtml1-frameset.dtd"&gt;</a:t>
            </a:r>
          </a:p>
          <a:p>
            <a:pPr eaLnBrk="1" hangingPunct="1">
              <a:defRPr/>
            </a:pPr>
            <a:r>
              <a:rPr lang="en-US" sz="1800" b="1" dirty="0"/>
              <a:t>HTML 5</a:t>
            </a:r>
          </a:p>
          <a:p>
            <a:pPr marL="109537" indent="0" eaLnBrk="1" hangingPunct="1">
              <a:buFont typeface="Wingdings 3" panose="05040102010807070707" pitchFamily="18" charset="2"/>
              <a:buNone/>
              <a:defRPr/>
            </a:pPr>
            <a:r>
              <a:rPr lang="en-US" sz="1800" dirty="0"/>
              <a:t>&lt; !DOCTYPE html&gt;</a:t>
            </a:r>
          </a:p>
          <a:p>
            <a:pPr marL="109537" indent="0" eaLnBrk="1" hangingPunct="1">
              <a:buFont typeface="Wingdings 3" panose="05040102010807070707" pitchFamily="18" charset="2"/>
              <a:buNone/>
              <a:defRPr/>
            </a:pPr>
            <a:endParaRPr lang="en-US" sz="1800" dirty="0"/>
          </a:p>
          <a:p>
            <a:pPr marL="109537" indent="0" eaLnBrk="1" hangingPunct="1">
              <a:buFont typeface="Wingdings 3" panose="05040102010807070707" pitchFamily="18" charset="2"/>
              <a:buNone/>
              <a:defRPr/>
            </a:pPr>
            <a:r>
              <a:rPr lang="en-US" sz="1800" b="1" dirty="0"/>
              <a:t>Not:  </a:t>
            </a:r>
            <a:r>
              <a:rPr lang="en-US" sz="1800" dirty="0">
                <a:solidFill>
                  <a:srgbClr val="000066"/>
                </a:solidFill>
              </a:rPr>
              <a:t>The &lt;!DOCTYPE&gt; declaration must be the </a:t>
            </a:r>
            <a:r>
              <a:rPr lang="en-US" sz="1800" u="sng" dirty="0">
                <a:solidFill>
                  <a:srgbClr val="000066"/>
                </a:solidFill>
              </a:rPr>
              <a:t>very first thing </a:t>
            </a:r>
            <a:r>
              <a:rPr lang="en-US" sz="1800" dirty="0">
                <a:solidFill>
                  <a:srgbClr val="000066"/>
                </a:solidFill>
              </a:rPr>
              <a:t>in your HTML document, </a:t>
            </a:r>
            <a:r>
              <a:rPr lang="en-US" sz="1800" u="sng" dirty="0">
                <a:solidFill>
                  <a:srgbClr val="000066"/>
                </a:solidFill>
              </a:rPr>
              <a:t>before</a:t>
            </a:r>
            <a:r>
              <a:rPr lang="en-US" sz="1800" dirty="0">
                <a:solidFill>
                  <a:srgbClr val="000066"/>
                </a:solidFill>
              </a:rPr>
              <a:t> the &lt;html&gt; tag.</a:t>
            </a:r>
            <a:endParaRPr lang="en-US" sz="1800" b="1" dirty="0">
              <a:solidFill>
                <a:srgbClr val="000066"/>
              </a:solidFill>
            </a:endParaRPr>
          </a:p>
        </p:txBody>
      </p:sp>
      <p:sp>
        <p:nvSpPr>
          <p:cNvPr id="3" name="Title 2">
            <a:extLst>
              <a:ext uri="{FF2B5EF4-FFF2-40B4-BE49-F238E27FC236}">
                <a16:creationId xmlns:a16="http://schemas.microsoft.com/office/drawing/2014/main" id="{659E8153-806B-3EC6-195B-977A5C9202CF}"/>
              </a:ext>
            </a:extLst>
          </p:cNvPr>
          <p:cNvSpPr>
            <a:spLocks noGrp="1"/>
          </p:cNvSpPr>
          <p:nvPr>
            <p:ph type="title"/>
          </p:nvPr>
        </p:nvSpPr>
        <p:spPr>
          <a:xfrm>
            <a:off x="457200" y="76200"/>
            <a:ext cx="8229600" cy="487362"/>
          </a:xfrm>
        </p:spPr>
        <p:txBody>
          <a:bodyPr>
            <a:noAutofit/>
          </a:bodyPr>
          <a:lstStyle/>
          <a:p>
            <a:pPr eaLnBrk="1" hangingPunct="1">
              <a:defRPr/>
            </a:pPr>
            <a:r>
              <a:rPr lang="en-US" sz="2000" dirty="0">
                <a:solidFill>
                  <a:schemeClr val="tx1"/>
                </a:solidFill>
              </a:rPr>
              <a:t>Continue…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a:extLst>
              <a:ext uri="{FF2B5EF4-FFF2-40B4-BE49-F238E27FC236}">
                <a16:creationId xmlns:a16="http://schemas.microsoft.com/office/drawing/2014/main" id="{5B750391-8765-BD1A-9E36-2D3C38C3A0D7}"/>
              </a:ext>
            </a:extLst>
          </p:cNvPr>
          <p:cNvSpPr>
            <a:spLocks noGrp="1"/>
          </p:cNvSpPr>
          <p:nvPr>
            <p:ph idx="1"/>
          </p:nvPr>
        </p:nvSpPr>
        <p:spPr>
          <a:xfrm>
            <a:off x="228600" y="762000"/>
            <a:ext cx="8686800" cy="5245100"/>
          </a:xfrm>
        </p:spPr>
        <p:txBody>
          <a:bodyPr/>
          <a:lstStyle/>
          <a:p>
            <a:pPr eaLnBrk="1" hangingPunct="1"/>
            <a:r>
              <a:rPr lang="en-US" altLang="en-US" sz="2400" b="1">
                <a:cs typeface="Arial" panose="020B0604020202020204" pitchFamily="34" charset="0"/>
              </a:rPr>
              <a:t>What Is XHTML?</a:t>
            </a:r>
          </a:p>
          <a:p>
            <a:pPr lvl="1" eaLnBrk="1" hangingPunct="1">
              <a:lnSpc>
                <a:spcPct val="150000"/>
              </a:lnSpc>
            </a:pPr>
            <a:r>
              <a:rPr lang="en-US" altLang="en-US" sz="2400">
                <a:cs typeface="Arial" panose="020B0604020202020204" pitchFamily="34" charset="0"/>
              </a:rPr>
              <a:t>XHTML stands for Extensible </a:t>
            </a:r>
            <a:r>
              <a:rPr lang="en-US" altLang="en-US" sz="2400" b="1">
                <a:solidFill>
                  <a:srgbClr val="000066"/>
                </a:solidFill>
                <a:cs typeface="Arial" panose="020B0604020202020204" pitchFamily="34" charset="0"/>
              </a:rPr>
              <a:t>Hyper text</a:t>
            </a:r>
            <a:r>
              <a:rPr lang="en-US" altLang="en-US" sz="2400">
                <a:solidFill>
                  <a:srgbClr val="000066"/>
                </a:solidFill>
                <a:cs typeface="Arial" panose="020B0604020202020204" pitchFamily="34" charset="0"/>
              </a:rPr>
              <a:t> </a:t>
            </a:r>
            <a:r>
              <a:rPr lang="en-US" altLang="en-US" sz="2400" b="1">
                <a:solidFill>
                  <a:srgbClr val="000066"/>
                </a:solidFill>
                <a:cs typeface="Arial" panose="020B0604020202020204" pitchFamily="34" charset="0"/>
              </a:rPr>
              <a:t>M</a:t>
            </a:r>
            <a:r>
              <a:rPr lang="en-US" altLang="en-US" sz="2400">
                <a:solidFill>
                  <a:srgbClr val="000066"/>
                </a:solidFill>
                <a:cs typeface="Arial" panose="020B0604020202020204" pitchFamily="34" charset="0"/>
              </a:rPr>
              <a:t>arkup</a:t>
            </a:r>
            <a:r>
              <a:rPr lang="en-US" altLang="en-US" sz="2400">
                <a:cs typeface="Arial" panose="020B0604020202020204" pitchFamily="34" charset="0"/>
              </a:rPr>
              <a:t> </a:t>
            </a:r>
            <a:r>
              <a:rPr lang="en-US" altLang="en-US" sz="2400" b="1">
                <a:cs typeface="Arial" panose="020B0604020202020204" pitchFamily="34" charset="0"/>
              </a:rPr>
              <a:t>L</a:t>
            </a:r>
            <a:r>
              <a:rPr lang="en-US" altLang="en-US" sz="2400">
                <a:cs typeface="Arial" panose="020B0604020202020204" pitchFamily="34" charset="0"/>
              </a:rPr>
              <a:t>anguage</a:t>
            </a:r>
          </a:p>
          <a:p>
            <a:pPr lvl="1" eaLnBrk="1" hangingPunct="1">
              <a:lnSpc>
                <a:spcPct val="150000"/>
              </a:lnSpc>
            </a:pPr>
            <a:r>
              <a:rPr lang="en-US" altLang="en-US" sz="2400">
                <a:cs typeface="Arial" panose="020B0604020202020204" pitchFamily="34" charset="0"/>
              </a:rPr>
              <a:t>XHTML is almost identical to HTML 4.01</a:t>
            </a:r>
          </a:p>
          <a:p>
            <a:pPr lvl="1" eaLnBrk="1" hangingPunct="1">
              <a:lnSpc>
                <a:spcPct val="150000"/>
              </a:lnSpc>
            </a:pPr>
            <a:r>
              <a:rPr lang="en-US" altLang="en-US" sz="2400">
                <a:cs typeface="Arial" panose="020B0604020202020204" pitchFamily="34" charset="0"/>
              </a:rPr>
              <a:t>XHTML is a </a:t>
            </a:r>
            <a:r>
              <a:rPr lang="en-US" altLang="en-US" sz="2400">
                <a:solidFill>
                  <a:srgbClr val="FF0000"/>
                </a:solidFill>
                <a:cs typeface="Arial" panose="020B0604020202020204" pitchFamily="34" charset="0"/>
              </a:rPr>
              <a:t>stricter</a:t>
            </a:r>
            <a:r>
              <a:rPr lang="en-US" altLang="en-US" sz="2400">
                <a:cs typeface="Arial" panose="020B0604020202020204" pitchFamily="34" charset="0"/>
              </a:rPr>
              <a:t> and </a:t>
            </a:r>
            <a:r>
              <a:rPr lang="en-US" altLang="en-US" sz="2400">
                <a:solidFill>
                  <a:srgbClr val="FF0000"/>
                </a:solidFill>
                <a:cs typeface="Arial" panose="020B0604020202020204" pitchFamily="34" charset="0"/>
              </a:rPr>
              <a:t>cleaner</a:t>
            </a:r>
            <a:r>
              <a:rPr lang="en-US" altLang="en-US" sz="2400">
                <a:cs typeface="Arial" panose="020B0604020202020204" pitchFamily="34" charset="0"/>
              </a:rPr>
              <a:t> version of HTML 4.01</a:t>
            </a:r>
          </a:p>
          <a:p>
            <a:pPr lvl="1" eaLnBrk="1" hangingPunct="1">
              <a:lnSpc>
                <a:spcPct val="150000"/>
              </a:lnSpc>
            </a:pPr>
            <a:r>
              <a:rPr lang="en-US" altLang="en-US" sz="2400">
                <a:cs typeface="Arial" panose="020B0604020202020204" pitchFamily="34" charset="0"/>
              </a:rPr>
              <a:t>XHTML is HTML defined as an XML application</a:t>
            </a:r>
          </a:p>
          <a:p>
            <a:pPr lvl="1" eaLnBrk="1" hangingPunct="1">
              <a:lnSpc>
                <a:spcPct val="150000"/>
              </a:lnSpc>
            </a:pPr>
            <a:r>
              <a:rPr lang="en-US" altLang="en-US" sz="2400">
                <a:cs typeface="Arial" panose="020B0604020202020204" pitchFamily="34" charset="0"/>
              </a:rPr>
              <a:t>XHTML is supported by all major browsers.</a:t>
            </a:r>
          </a:p>
          <a:p>
            <a:pPr eaLnBrk="1" hangingPunct="1"/>
            <a:endParaRPr lang="en-US" altLang="en-US">
              <a:cs typeface="Arial" panose="020B0604020202020204" pitchFamily="34" charset="0"/>
            </a:endParaRPr>
          </a:p>
        </p:txBody>
      </p:sp>
      <p:sp>
        <p:nvSpPr>
          <p:cNvPr id="3" name="Title 2">
            <a:extLst>
              <a:ext uri="{FF2B5EF4-FFF2-40B4-BE49-F238E27FC236}">
                <a16:creationId xmlns:a16="http://schemas.microsoft.com/office/drawing/2014/main" id="{91A1DE56-8F0A-5360-2CC4-6FD068BEE850}"/>
              </a:ext>
            </a:extLst>
          </p:cNvPr>
          <p:cNvSpPr>
            <a:spLocks noGrp="1"/>
          </p:cNvSpPr>
          <p:nvPr>
            <p:ph type="title"/>
          </p:nvPr>
        </p:nvSpPr>
        <p:spPr>
          <a:xfrm>
            <a:off x="457200" y="152400"/>
            <a:ext cx="8229600" cy="609600"/>
          </a:xfrm>
        </p:spPr>
        <p:txBody>
          <a:bodyPr>
            <a:normAutofit fontScale="90000"/>
          </a:bodyPr>
          <a:lstStyle/>
          <a:p>
            <a:pPr algn="ctr" eaLnBrk="1" hangingPunct="1">
              <a:defRPr/>
            </a:pPr>
            <a:r>
              <a:rPr lang="en-US" dirty="0">
                <a:effectLst/>
              </a:rPr>
              <a:t>XHTML</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5B80F13-B2F8-FDF2-54A6-318199FA122F}"/>
              </a:ext>
            </a:extLst>
          </p:cNvPr>
          <p:cNvSpPr>
            <a:spLocks noGrp="1"/>
          </p:cNvSpPr>
          <p:nvPr>
            <p:ph idx="1"/>
          </p:nvPr>
        </p:nvSpPr>
        <p:spPr>
          <a:xfrm>
            <a:off x="304800" y="152400"/>
            <a:ext cx="8686800" cy="5854700"/>
          </a:xfrm>
        </p:spPr>
        <p:txBody>
          <a:bodyPr/>
          <a:lstStyle/>
          <a:p>
            <a:pPr marL="109537" indent="0" algn="ctr" eaLnBrk="1" hangingPunct="1">
              <a:buFont typeface="Wingdings 3" panose="05040102010807070707" pitchFamily="18" charset="2"/>
              <a:buNone/>
              <a:defRPr/>
            </a:pPr>
            <a:r>
              <a:rPr lang="en-US" b="1" dirty="0"/>
              <a:t>Why XHTML?</a:t>
            </a:r>
          </a:p>
          <a:p>
            <a:pPr eaLnBrk="1" hangingPunct="1">
              <a:defRPr/>
            </a:pPr>
            <a:r>
              <a:rPr lang="en-US" sz="2400" b="1" dirty="0"/>
              <a:t>Extensibility</a:t>
            </a:r>
          </a:p>
          <a:p>
            <a:pPr marL="109537" indent="0" eaLnBrk="1" hangingPunct="1">
              <a:buFont typeface="Wingdings 3" panose="05040102010807070707" pitchFamily="18" charset="2"/>
              <a:buNone/>
              <a:defRPr/>
            </a:pPr>
            <a:r>
              <a:rPr lang="en-US" sz="2400" dirty="0"/>
              <a:t>HTML (an </a:t>
            </a:r>
            <a:r>
              <a:rPr lang="en-US" sz="2400" b="1" dirty="0"/>
              <a:t>SGML</a:t>
            </a:r>
            <a:r>
              <a:rPr lang="en-US" sz="2400" dirty="0"/>
              <a:t> application), any addition of a new group of elements requires to alter the entire DTD. In an XHML: all that is required is that the new set of elements be internally consistent and well-formed to be added to an existing </a:t>
            </a:r>
            <a:r>
              <a:rPr lang="en-US" sz="2400" b="1" dirty="0"/>
              <a:t>DTD</a:t>
            </a:r>
            <a:r>
              <a:rPr lang="en-US" sz="2400" dirty="0"/>
              <a:t>.</a:t>
            </a:r>
            <a:endParaRPr lang="en-US" sz="2400" b="1" dirty="0"/>
          </a:p>
          <a:p>
            <a:pPr eaLnBrk="1" hangingPunct="1">
              <a:defRPr/>
            </a:pPr>
            <a:r>
              <a:rPr lang="en-US" sz="2400" b="1" dirty="0"/>
              <a:t>Portability</a:t>
            </a:r>
            <a:endParaRPr lang="en-US" b="1" dirty="0"/>
          </a:p>
          <a:p>
            <a:pPr marL="109537" indent="0" eaLnBrk="1" hangingPunct="1">
              <a:buFont typeface="Wingdings 3" panose="05040102010807070707" pitchFamily="18" charset="2"/>
              <a:buNone/>
              <a:defRPr/>
            </a:pPr>
            <a:r>
              <a:rPr lang="en-US" sz="2400" dirty="0"/>
              <a:t>Today's market consists of different browser technologies. Some browsers run on computers, and some browsers run on mobile phones or other small devices. Smaller devices often lack the resources or power to interpret a "bad" markup language.</a:t>
            </a:r>
          </a:p>
          <a:p>
            <a:pPr eaLnBrk="1" hangingPunct="1">
              <a:defRPr/>
            </a:pPr>
            <a:r>
              <a:rPr lang="en-US" sz="2000" dirty="0">
                <a:solidFill>
                  <a:srgbClr val="002060"/>
                </a:solidFill>
              </a:rPr>
              <a:t>Therefore - by combining the strengths of HTML and XML, XHTML was developed. XHTML is HTML redesigned as XML.</a:t>
            </a:r>
          </a:p>
          <a:p>
            <a:pPr eaLnBrk="1" hangingPunct="1">
              <a:defRPr/>
            </a:pP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Content Placeholder 1">
            <a:extLst>
              <a:ext uri="{FF2B5EF4-FFF2-40B4-BE49-F238E27FC236}">
                <a16:creationId xmlns:a16="http://schemas.microsoft.com/office/drawing/2014/main" id="{2E0D5E57-354E-9EB2-5E5B-CBBB8D22F5C6}"/>
              </a:ext>
            </a:extLst>
          </p:cNvPr>
          <p:cNvSpPr>
            <a:spLocks noGrp="1"/>
          </p:cNvSpPr>
          <p:nvPr>
            <p:ph idx="1"/>
          </p:nvPr>
        </p:nvSpPr>
        <p:spPr>
          <a:xfrm>
            <a:off x="228600" y="228600"/>
            <a:ext cx="8763000" cy="5702300"/>
          </a:xfrm>
        </p:spPr>
        <p:txBody>
          <a:bodyPr/>
          <a:lstStyle/>
          <a:p>
            <a:pPr marL="107950" indent="0" eaLnBrk="1" hangingPunct="1">
              <a:buFont typeface="Wingdings 3" panose="05040102010807070707" pitchFamily="18" charset="2"/>
              <a:buNone/>
            </a:pPr>
            <a:r>
              <a:rPr lang="en-US" altLang="en-US" sz="2000" b="1" u="sng">
                <a:cs typeface="Arial" panose="020B0604020202020204" pitchFamily="34" charset="0"/>
              </a:rPr>
              <a:t>EX:</a:t>
            </a:r>
            <a:r>
              <a:rPr lang="en-US" altLang="en-US" sz="2000" b="1">
                <a:cs typeface="Arial" panose="020B0604020202020204" pitchFamily="34" charset="0"/>
              </a:rPr>
              <a:t>   </a:t>
            </a:r>
            <a:r>
              <a:rPr lang="en-US" altLang="en-US" sz="2000">
                <a:solidFill>
                  <a:srgbClr val="C00000"/>
                </a:solidFill>
                <a:cs typeface="Arial" panose="020B0604020202020204" pitchFamily="34" charset="0"/>
              </a:rPr>
              <a:t>an XHTML document example </a:t>
            </a:r>
            <a:r>
              <a:rPr lang="en-US" altLang="en-US" sz="2000">
                <a:cs typeface="Arial" panose="020B0604020202020204" pitchFamily="34" charset="0"/>
              </a:rPr>
              <a:t>with a minimum of required tags</a:t>
            </a:r>
          </a:p>
          <a:p>
            <a:pPr marL="107950" indent="0" eaLnBrk="1" hangingPunct="1">
              <a:buFont typeface="Wingdings 3" panose="05040102010807070707" pitchFamily="18" charset="2"/>
              <a:buNone/>
            </a:pPr>
            <a:endParaRPr lang="en-US" altLang="en-US" sz="2000">
              <a:cs typeface="Arial" panose="020B0604020202020204" pitchFamily="34" charset="0"/>
            </a:endParaRPr>
          </a:p>
          <a:p>
            <a:pPr marL="107950" indent="0" eaLnBrk="1" hangingPunct="1">
              <a:buFont typeface="Wingdings 3" panose="05040102010807070707" pitchFamily="18" charset="2"/>
              <a:buNone/>
            </a:pPr>
            <a:r>
              <a:rPr lang="en-US" altLang="en-US" sz="1800">
                <a:cs typeface="Arial" panose="020B0604020202020204" pitchFamily="34" charset="0"/>
              </a:rPr>
              <a:t>&lt;!DOCTYPE html PUBLIC "-//W3C//DTD XHTML 1.0 Transitional//EN"</a:t>
            </a:r>
            <a:br>
              <a:rPr lang="en-US" altLang="en-US" sz="1800">
                <a:cs typeface="Arial" panose="020B0604020202020204" pitchFamily="34" charset="0"/>
              </a:rPr>
            </a:br>
            <a:r>
              <a:rPr lang="en-US" altLang="en-US" sz="1800">
                <a:cs typeface="Arial" panose="020B0604020202020204" pitchFamily="34" charset="0"/>
              </a:rPr>
              <a:t>"http://www.w3.org/TR/xhtml1/DTD/xhtml1-transitional.dtd"&gt;</a:t>
            </a:r>
            <a:br>
              <a:rPr lang="en-US" altLang="en-US" sz="1800">
                <a:cs typeface="Arial" panose="020B0604020202020204" pitchFamily="34" charset="0"/>
              </a:rPr>
            </a:br>
            <a:br>
              <a:rPr lang="en-US" altLang="en-US" sz="2200">
                <a:cs typeface="Arial" panose="020B0604020202020204" pitchFamily="34" charset="0"/>
              </a:rPr>
            </a:br>
            <a:r>
              <a:rPr lang="en-US" altLang="en-US" sz="2200">
                <a:cs typeface="Arial" panose="020B0604020202020204" pitchFamily="34" charset="0"/>
              </a:rPr>
              <a:t>&lt; html xmlns="http://www.w3.org/1999/xhtml"&gt;</a:t>
            </a:r>
            <a:br>
              <a:rPr lang="en-US" altLang="en-US" sz="2200">
                <a:cs typeface="Arial" panose="020B0604020202020204" pitchFamily="34" charset="0"/>
              </a:rPr>
            </a:br>
            <a:br>
              <a:rPr lang="en-US" altLang="en-US" sz="2200">
                <a:cs typeface="Arial" panose="020B0604020202020204" pitchFamily="34" charset="0"/>
              </a:rPr>
            </a:br>
            <a:r>
              <a:rPr lang="en-US" altLang="en-US" sz="2200">
                <a:cs typeface="Arial" panose="020B0604020202020204" pitchFamily="34" charset="0"/>
              </a:rPr>
              <a:t>&lt; head&gt;</a:t>
            </a:r>
            <a:br>
              <a:rPr lang="en-US" altLang="en-US" sz="2200">
                <a:cs typeface="Arial" panose="020B0604020202020204" pitchFamily="34" charset="0"/>
              </a:rPr>
            </a:br>
            <a:r>
              <a:rPr lang="en-US" altLang="en-US" sz="2200">
                <a:cs typeface="Arial" panose="020B0604020202020204" pitchFamily="34" charset="0"/>
              </a:rPr>
              <a:t>&lt; title&gt;Title of document&lt;/title&gt;</a:t>
            </a:r>
            <a:br>
              <a:rPr lang="en-US" altLang="en-US" sz="2200">
                <a:cs typeface="Arial" panose="020B0604020202020204" pitchFamily="34" charset="0"/>
              </a:rPr>
            </a:br>
            <a:r>
              <a:rPr lang="en-US" altLang="en-US" sz="2200">
                <a:cs typeface="Arial" panose="020B0604020202020204" pitchFamily="34" charset="0"/>
              </a:rPr>
              <a:t>&lt; /head&gt;</a:t>
            </a:r>
            <a:br>
              <a:rPr lang="en-US" altLang="en-US" sz="2200">
                <a:cs typeface="Arial" panose="020B0604020202020204" pitchFamily="34" charset="0"/>
              </a:rPr>
            </a:br>
            <a:br>
              <a:rPr lang="en-US" altLang="en-US" sz="2200">
                <a:cs typeface="Arial" panose="020B0604020202020204" pitchFamily="34" charset="0"/>
              </a:rPr>
            </a:br>
            <a:r>
              <a:rPr lang="en-US" altLang="en-US" sz="2200">
                <a:cs typeface="Arial" panose="020B0604020202020204" pitchFamily="34" charset="0"/>
              </a:rPr>
              <a:t>&lt; body&gt;</a:t>
            </a:r>
            <a:br>
              <a:rPr lang="en-US" altLang="en-US" sz="2200">
                <a:cs typeface="Arial" panose="020B0604020202020204" pitchFamily="34" charset="0"/>
              </a:rPr>
            </a:br>
            <a:r>
              <a:rPr lang="en-US" altLang="en-US" sz="2200">
                <a:cs typeface="Arial" panose="020B0604020202020204" pitchFamily="34" charset="0"/>
              </a:rPr>
              <a:t>...... </a:t>
            </a:r>
            <a:br>
              <a:rPr lang="en-US" altLang="en-US" sz="2200">
                <a:cs typeface="Arial" panose="020B0604020202020204" pitchFamily="34" charset="0"/>
              </a:rPr>
            </a:br>
            <a:r>
              <a:rPr lang="en-US" altLang="en-US" sz="2200">
                <a:cs typeface="Arial" panose="020B0604020202020204" pitchFamily="34" charset="0"/>
              </a:rPr>
              <a:t>&lt; /body&gt;</a:t>
            </a:r>
            <a:br>
              <a:rPr lang="en-US" altLang="en-US" sz="2200">
                <a:cs typeface="Arial" panose="020B0604020202020204" pitchFamily="34" charset="0"/>
              </a:rPr>
            </a:br>
            <a:r>
              <a:rPr lang="en-US" altLang="en-US" sz="2200">
                <a:cs typeface="Arial" panose="020B0604020202020204" pitchFamily="34" charset="0"/>
              </a:rPr>
              <a:t>&lt; /html&gt;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Content Placeholder 1">
            <a:extLst>
              <a:ext uri="{FF2B5EF4-FFF2-40B4-BE49-F238E27FC236}">
                <a16:creationId xmlns:a16="http://schemas.microsoft.com/office/drawing/2014/main" id="{56392A92-98ED-D5CE-46CC-F6053675A10C}"/>
              </a:ext>
            </a:extLst>
          </p:cNvPr>
          <p:cNvSpPr>
            <a:spLocks noGrp="1"/>
          </p:cNvSpPr>
          <p:nvPr>
            <p:ph idx="1"/>
          </p:nvPr>
        </p:nvSpPr>
        <p:spPr>
          <a:xfrm>
            <a:off x="304800" y="685800"/>
            <a:ext cx="8610600" cy="5486400"/>
          </a:xfrm>
        </p:spPr>
        <p:txBody>
          <a:bodyPr/>
          <a:lstStyle/>
          <a:p>
            <a:pPr eaLnBrk="1" hangingPunct="1"/>
            <a:r>
              <a:rPr lang="en-US" altLang="en-US" sz="2200" b="1">
                <a:cs typeface="Arial" panose="020B0604020202020204" pitchFamily="34" charset="0"/>
              </a:rPr>
              <a:t>Document Structure</a:t>
            </a:r>
          </a:p>
          <a:p>
            <a:pPr eaLnBrk="1" hangingPunct="1"/>
            <a:r>
              <a:rPr lang="en-US" altLang="en-US" sz="2200">
                <a:cs typeface="Arial" panose="020B0604020202020204" pitchFamily="34" charset="0"/>
              </a:rPr>
              <a:t>XHTML DOCTYPE is </a:t>
            </a:r>
            <a:r>
              <a:rPr lang="en-US" altLang="en-US" sz="2200" b="1">
                <a:cs typeface="Arial" panose="020B0604020202020204" pitchFamily="34" charset="0"/>
              </a:rPr>
              <a:t>mandatory</a:t>
            </a:r>
            <a:endParaRPr lang="en-US" altLang="en-US" sz="2200">
              <a:cs typeface="Arial" panose="020B0604020202020204" pitchFamily="34" charset="0"/>
            </a:endParaRPr>
          </a:p>
          <a:p>
            <a:pPr eaLnBrk="1" hangingPunct="1"/>
            <a:r>
              <a:rPr lang="en-US" altLang="en-US" sz="2200">
                <a:cs typeface="Arial" panose="020B0604020202020204" pitchFamily="34" charset="0"/>
              </a:rPr>
              <a:t>The XML namespace attribute in &lt;html&gt; is </a:t>
            </a:r>
            <a:r>
              <a:rPr lang="en-US" altLang="en-US" sz="2200" b="1">
                <a:cs typeface="Arial" panose="020B0604020202020204" pitchFamily="34" charset="0"/>
              </a:rPr>
              <a:t>mandatory</a:t>
            </a:r>
            <a:endParaRPr lang="en-US" altLang="en-US" sz="2200">
              <a:cs typeface="Arial" panose="020B0604020202020204" pitchFamily="34" charset="0"/>
            </a:endParaRPr>
          </a:p>
          <a:p>
            <a:pPr eaLnBrk="1" hangingPunct="1"/>
            <a:r>
              <a:rPr lang="en-US" altLang="en-US" sz="2200">
                <a:cs typeface="Arial" panose="020B0604020202020204" pitchFamily="34" charset="0"/>
              </a:rPr>
              <a:t>&lt;html&gt;, &lt;head&gt;, &lt;title&gt;, and &lt;body&gt; is </a:t>
            </a:r>
            <a:r>
              <a:rPr lang="en-US" altLang="en-US" sz="2200" b="1">
                <a:cs typeface="Arial" panose="020B0604020202020204" pitchFamily="34" charset="0"/>
              </a:rPr>
              <a:t>mandatory</a:t>
            </a:r>
            <a:endParaRPr lang="en-US" altLang="en-US" sz="2200">
              <a:cs typeface="Arial" panose="020B0604020202020204" pitchFamily="34" charset="0"/>
            </a:endParaRPr>
          </a:p>
          <a:p>
            <a:pPr eaLnBrk="1" hangingPunct="1"/>
            <a:r>
              <a:rPr lang="en-US" altLang="en-US" sz="2200" b="1">
                <a:cs typeface="Arial" panose="020B0604020202020204" pitchFamily="34" charset="0"/>
              </a:rPr>
              <a:t>XHTML Elements</a:t>
            </a:r>
          </a:p>
          <a:p>
            <a:pPr eaLnBrk="1" hangingPunct="1"/>
            <a:r>
              <a:rPr lang="en-US" altLang="en-US" sz="2200">
                <a:cs typeface="Arial" panose="020B0604020202020204" pitchFamily="34" charset="0"/>
              </a:rPr>
              <a:t>XHTML elements must be </a:t>
            </a:r>
            <a:r>
              <a:rPr lang="en-US" altLang="en-US" sz="2200" b="1">
                <a:cs typeface="Arial" panose="020B0604020202020204" pitchFamily="34" charset="0"/>
              </a:rPr>
              <a:t>properly nested</a:t>
            </a:r>
            <a:endParaRPr lang="en-US" altLang="en-US" sz="2200">
              <a:cs typeface="Arial" panose="020B0604020202020204" pitchFamily="34" charset="0"/>
            </a:endParaRPr>
          </a:p>
          <a:p>
            <a:pPr eaLnBrk="1" hangingPunct="1"/>
            <a:r>
              <a:rPr lang="en-US" altLang="en-US" sz="2200">
                <a:cs typeface="Arial" panose="020B0604020202020204" pitchFamily="34" charset="0"/>
              </a:rPr>
              <a:t>XHTML elements must always be </a:t>
            </a:r>
            <a:r>
              <a:rPr lang="en-US" altLang="en-US" sz="2200" b="1">
                <a:cs typeface="Arial" panose="020B0604020202020204" pitchFamily="34" charset="0"/>
              </a:rPr>
              <a:t>closed </a:t>
            </a:r>
            <a:r>
              <a:rPr lang="en-US" altLang="en-US" sz="2400">
                <a:cs typeface="Arial" panose="020B0604020202020204" pitchFamily="34" charset="0"/>
              </a:rPr>
              <a:t>:  break: &lt;br /&gt;</a:t>
            </a:r>
            <a:endParaRPr lang="en-US" altLang="en-US" sz="2200">
              <a:cs typeface="Arial" panose="020B0604020202020204" pitchFamily="34" charset="0"/>
            </a:endParaRPr>
          </a:p>
          <a:p>
            <a:pPr eaLnBrk="1" hangingPunct="1"/>
            <a:r>
              <a:rPr lang="en-US" altLang="en-US" sz="2200">
                <a:cs typeface="Arial" panose="020B0604020202020204" pitchFamily="34" charset="0"/>
              </a:rPr>
              <a:t>XHTML elements must be in </a:t>
            </a:r>
            <a:r>
              <a:rPr lang="en-US" altLang="en-US" sz="2200" b="1">
                <a:cs typeface="Arial" panose="020B0604020202020204" pitchFamily="34" charset="0"/>
              </a:rPr>
              <a:t>lowercase</a:t>
            </a:r>
            <a:endParaRPr lang="en-US" altLang="en-US" sz="2200">
              <a:cs typeface="Arial" panose="020B0604020202020204" pitchFamily="34" charset="0"/>
            </a:endParaRPr>
          </a:p>
          <a:p>
            <a:pPr eaLnBrk="1" hangingPunct="1"/>
            <a:r>
              <a:rPr lang="en-US" altLang="en-US" sz="2200">
                <a:cs typeface="Arial" panose="020B0604020202020204" pitchFamily="34" charset="0"/>
              </a:rPr>
              <a:t>XHTML documents must have </a:t>
            </a:r>
            <a:r>
              <a:rPr lang="en-US" altLang="en-US" sz="2200" b="1">
                <a:cs typeface="Arial" panose="020B0604020202020204" pitchFamily="34" charset="0"/>
              </a:rPr>
              <a:t>one root element</a:t>
            </a:r>
            <a:endParaRPr lang="en-US" altLang="en-US" sz="2200">
              <a:cs typeface="Arial" panose="020B0604020202020204" pitchFamily="34" charset="0"/>
            </a:endParaRPr>
          </a:p>
          <a:p>
            <a:pPr eaLnBrk="1" hangingPunct="1"/>
            <a:r>
              <a:rPr lang="en-US" altLang="en-US" sz="2200" b="1">
                <a:cs typeface="Arial" panose="020B0604020202020204" pitchFamily="34" charset="0"/>
              </a:rPr>
              <a:t>XHTML Attributes</a:t>
            </a:r>
          </a:p>
          <a:p>
            <a:pPr eaLnBrk="1" hangingPunct="1"/>
            <a:r>
              <a:rPr lang="en-US" altLang="en-US" sz="2200">
                <a:cs typeface="Arial" panose="020B0604020202020204" pitchFamily="34" charset="0"/>
              </a:rPr>
              <a:t>Attribute names must be in </a:t>
            </a:r>
            <a:r>
              <a:rPr lang="en-US" altLang="en-US" sz="2200" b="1">
                <a:cs typeface="Arial" panose="020B0604020202020204" pitchFamily="34" charset="0"/>
              </a:rPr>
              <a:t>lower case</a:t>
            </a:r>
            <a:endParaRPr lang="en-US" altLang="en-US" sz="2200">
              <a:cs typeface="Arial" panose="020B0604020202020204" pitchFamily="34" charset="0"/>
            </a:endParaRPr>
          </a:p>
          <a:p>
            <a:pPr eaLnBrk="1" hangingPunct="1"/>
            <a:r>
              <a:rPr lang="en-US" altLang="en-US" sz="2200">
                <a:cs typeface="Arial" panose="020B0604020202020204" pitchFamily="34" charset="0"/>
              </a:rPr>
              <a:t>Attribute values must be </a:t>
            </a:r>
            <a:r>
              <a:rPr lang="en-US" altLang="en-US" sz="2200" b="1">
                <a:cs typeface="Arial" panose="020B0604020202020204" pitchFamily="34" charset="0"/>
              </a:rPr>
              <a:t>quoted </a:t>
            </a:r>
          </a:p>
          <a:p>
            <a:pPr eaLnBrk="1" hangingPunct="1"/>
            <a:r>
              <a:rPr lang="en-US" altLang="en-US" sz="2200">
                <a:cs typeface="Arial" panose="020B0604020202020204" pitchFamily="34" charset="0"/>
              </a:rPr>
              <a:t>Attribute minimization is </a:t>
            </a:r>
            <a:r>
              <a:rPr lang="en-US" altLang="en-US" sz="2200" b="1">
                <a:cs typeface="Arial" panose="020B0604020202020204" pitchFamily="34" charset="0"/>
              </a:rPr>
              <a:t>forbidden</a:t>
            </a:r>
            <a:endParaRPr lang="en-US" altLang="en-US" sz="2200">
              <a:cs typeface="Arial" panose="020B0604020202020204" pitchFamily="34" charset="0"/>
            </a:endParaRPr>
          </a:p>
          <a:p>
            <a:pPr eaLnBrk="1" hangingPunct="1"/>
            <a:r>
              <a:rPr lang="en-US" altLang="en-US" sz="2000">
                <a:cs typeface="Arial" panose="020B0604020202020204" pitchFamily="34" charset="0"/>
              </a:rPr>
              <a:t>                                                      &lt;option </a:t>
            </a:r>
            <a:r>
              <a:rPr lang="en-US" altLang="en-US" sz="1800">
                <a:cs typeface="Arial" panose="020B0604020202020204" pitchFamily="34" charset="0"/>
              </a:rPr>
              <a:t>selected = "selected"&gt;</a:t>
            </a:r>
          </a:p>
          <a:p>
            <a:pPr eaLnBrk="1" hangingPunct="1"/>
            <a:endParaRPr lang="en-US" altLang="en-US" sz="2200">
              <a:cs typeface="Arial" panose="020B0604020202020204" pitchFamily="34" charset="0"/>
            </a:endParaRPr>
          </a:p>
        </p:txBody>
      </p:sp>
      <p:sp>
        <p:nvSpPr>
          <p:cNvPr id="3" name="Title 2">
            <a:extLst>
              <a:ext uri="{FF2B5EF4-FFF2-40B4-BE49-F238E27FC236}">
                <a16:creationId xmlns:a16="http://schemas.microsoft.com/office/drawing/2014/main" id="{028FFAA9-24B6-447B-7EED-CE63DF385A3C}"/>
              </a:ext>
            </a:extLst>
          </p:cNvPr>
          <p:cNvSpPr>
            <a:spLocks noGrp="1"/>
          </p:cNvSpPr>
          <p:nvPr>
            <p:ph type="title"/>
          </p:nvPr>
        </p:nvSpPr>
        <p:spPr>
          <a:xfrm>
            <a:off x="457200" y="152400"/>
            <a:ext cx="8229600" cy="533400"/>
          </a:xfrm>
        </p:spPr>
        <p:txBody>
          <a:bodyPr/>
          <a:lstStyle/>
          <a:p>
            <a:pPr algn="ctr" eaLnBrk="1" hangingPunct="1">
              <a:defRPr/>
            </a:pPr>
            <a:r>
              <a:rPr lang="en-US" sz="2800" dirty="0">
                <a:solidFill>
                  <a:schemeClr val="tx1"/>
                </a:solidFill>
                <a:effectLst/>
              </a:rPr>
              <a:t>XHTML rules </a:t>
            </a:r>
            <a:endParaRPr lang="en-US" sz="2800" dirty="0">
              <a:solidFill>
                <a:schemeClr val="tx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Content Placeholder 1">
            <a:extLst>
              <a:ext uri="{FF2B5EF4-FFF2-40B4-BE49-F238E27FC236}">
                <a16:creationId xmlns:a16="http://schemas.microsoft.com/office/drawing/2014/main" id="{2933CE53-4893-8D42-764E-2600A9882819}"/>
              </a:ext>
            </a:extLst>
          </p:cNvPr>
          <p:cNvSpPr>
            <a:spLocks noGrp="1"/>
          </p:cNvSpPr>
          <p:nvPr>
            <p:ph idx="1"/>
          </p:nvPr>
        </p:nvSpPr>
        <p:spPr>
          <a:xfrm>
            <a:off x="304800" y="838200"/>
            <a:ext cx="8610600" cy="5092700"/>
          </a:xfrm>
        </p:spPr>
        <p:txBody>
          <a:bodyPr/>
          <a:lstStyle/>
          <a:p>
            <a:r>
              <a:rPr lang="en-US" altLang="en-US" sz="2400">
                <a:cs typeface="Arial" panose="020B0604020202020204" pitchFamily="34" charset="0"/>
              </a:rPr>
              <a:t>HTML5 will be the new standard for HTML.</a:t>
            </a:r>
          </a:p>
          <a:p>
            <a:endParaRPr lang="en-US" altLang="en-US" sz="800">
              <a:cs typeface="Arial" panose="020B0604020202020204" pitchFamily="34" charset="0"/>
            </a:endParaRPr>
          </a:p>
          <a:p>
            <a:r>
              <a:rPr lang="en-US" altLang="en-US" sz="2400">
                <a:cs typeface="Arial" panose="020B0604020202020204" pitchFamily="34" charset="0"/>
              </a:rPr>
              <a:t>The previous version of HTML, HTML 4.01, came in 1999. The web has changed a lot since then.</a:t>
            </a:r>
          </a:p>
          <a:p>
            <a:r>
              <a:rPr lang="en-US" altLang="en-US" sz="2400">
                <a:cs typeface="Arial" panose="020B0604020202020204" pitchFamily="34" charset="0"/>
              </a:rPr>
              <a:t>HTML5 is still a work in progress. However, the major browsers support many of the new HTML5 elements .</a:t>
            </a:r>
          </a:p>
          <a:p>
            <a:endParaRPr lang="en-US" altLang="en-US" sz="800">
              <a:cs typeface="Arial" panose="020B0604020202020204" pitchFamily="34" charset="0"/>
            </a:endParaRPr>
          </a:p>
          <a:p>
            <a:r>
              <a:rPr lang="en-US" altLang="en-US" sz="2400">
                <a:cs typeface="Arial" panose="020B0604020202020204" pitchFamily="34" charset="0"/>
              </a:rPr>
              <a:t>HTML5 is a cooperation between the World Wide Web Consortium (W3C) and the Web Hypertext Application Technology Working Group (WHATWG).</a:t>
            </a:r>
          </a:p>
          <a:p>
            <a:endParaRPr lang="en-US" altLang="en-US" sz="800">
              <a:cs typeface="Arial" panose="020B0604020202020204" pitchFamily="34" charset="0"/>
            </a:endParaRPr>
          </a:p>
          <a:p>
            <a:r>
              <a:rPr lang="en-US" altLang="en-US" sz="2400">
                <a:cs typeface="Arial" panose="020B0604020202020204" pitchFamily="34" charset="0"/>
              </a:rPr>
              <a:t>WHATWG was working with web forms and applications, and W3C was working with XHTML 2.0. In 2006, they decided to cooperate and create a new version of HTML.</a:t>
            </a:r>
          </a:p>
          <a:p>
            <a:pPr eaLnBrk="1" hangingPunct="1"/>
            <a:endParaRPr lang="en-US" altLang="en-US" sz="2400">
              <a:cs typeface="Arial" panose="020B0604020202020204" pitchFamily="34" charset="0"/>
            </a:endParaRPr>
          </a:p>
        </p:txBody>
      </p:sp>
      <p:sp>
        <p:nvSpPr>
          <p:cNvPr id="31747" name="Rectangle 1">
            <a:extLst>
              <a:ext uri="{FF2B5EF4-FFF2-40B4-BE49-F238E27FC236}">
                <a16:creationId xmlns:a16="http://schemas.microsoft.com/office/drawing/2014/main" id="{64439F23-FB08-EEFE-3E3A-8DD0685EE2CA}"/>
              </a:ext>
            </a:extLst>
          </p:cNvPr>
          <p:cNvSpPr>
            <a:spLocks noChangeArrowheads="1"/>
          </p:cNvSpPr>
          <p:nvPr/>
        </p:nvSpPr>
        <p:spPr bwMode="auto">
          <a:xfrm>
            <a:off x="685800" y="228600"/>
            <a:ext cx="8077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ts val="400"/>
              </a:spcBef>
              <a:buClr>
                <a:schemeClr val="accent1"/>
              </a:buClr>
              <a:buSzPct val="68000"/>
              <a:buFont typeface="Wingdings 3" panose="05040102010807070707" pitchFamily="18" charset="2"/>
              <a:buChar char=""/>
              <a:defRPr sz="2700">
                <a:solidFill>
                  <a:schemeClr val="tx1"/>
                </a:solidFill>
                <a:latin typeface="Lucida Sans Unicode" panose="020B0602030504020204" pitchFamily="34" charset="0"/>
                <a:cs typeface="Arial" panose="020B0604020202020204" pitchFamily="34" charset="0"/>
              </a:defRPr>
            </a:lvl1pPr>
            <a:lvl2pPr marL="742950" indent="-285750" eaLnBrk="0" hangingPunct="0">
              <a:spcBef>
                <a:spcPts val="325"/>
              </a:spcBef>
              <a:buClr>
                <a:schemeClr val="accent1"/>
              </a:buClr>
              <a:buFont typeface="Verdana" panose="020B0604030504040204" pitchFamily="34" charset="0"/>
              <a:buChar char="◦"/>
              <a:defRPr sz="2300">
                <a:solidFill>
                  <a:schemeClr val="tx1"/>
                </a:solidFill>
                <a:latin typeface="Lucida Sans Unicode" panose="020B0602030504020204" pitchFamily="34" charset="0"/>
                <a:cs typeface="Arial" panose="020B0604020202020204" pitchFamily="34" charset="0"/>
              </a:defRPr>
            </a:lvl2pPr>
            <a:lvl3pPr marL="1143000" indent="-228600" eaLnBrk="0" hangingPunct="0">
              <a:spcBef>
                <a:spcPts val="350"/>
              </a:spcBef>
              <a:buClr>
                <a:schemeClr val="accent2"/>
              </a:buClr>
              <a:buSzPct val="100000"/>
              <a:buFont typeface="Wingdings 2" panose="05020102010507070707" pitchFamily="18" charset="2"/>
              <a:buChar char=""/>
              <a:defRPr sz="2100">
                <a:solidFill>
                  <a:schemeClr val="tx1"/>
                </a:solidFill>
                <a:latin typeface="Lucida Sans Unicode" panose="020B0602030504020204" pitchFamily="34" charset="0"/>
                <a:cs typeface="Arial" panose="020B0604020202020204" pitchFamily="34" charset="0"/>
              </a:defRPr>
            </a:lvl3pPr>
            <a:lvl4pPr marL="1600200" indent="-228600" eaLnBrk="0" hangingPunct="0">
              <a:spcBef>
                <a:spcPts val="350"/>
              </a:spcBef>
              <a:buClr>
                <a:schemeClr val="accent2"/>
              </a:buClr>
              <a:buFont typeface="Wingdings 2" panose="05020102010507070707" pitchFamily="18" charset="2"/>
              <a:buChar char=""/>
              <a:defRPr sz="1900">
                <a:solidFill>
                  <a:schemeClr val="tx1"/>
                </a:solidFill>
                <a:latin typeface="Lucida Sans Unicode" panose="020B0602030504020204" pitchFamily="34" charset="0"/>
                <a:cs typeface="Arial" panose="020B0604020202020204" pitchFamily="34" charset="0"/>
              </a:defRPr>
            </a:lvl4pPr>
            <a:lvl5pPr marL="2057400" indent="-228600" eaLnBrk="0" hangingPunct="0">
              <a:spcBef>
                <a:spcPts val="350"/>
              </a:spcBef>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a:solidFill>
                  <a:schemeClr val="tx1"/>
                </a:solidFill>
                <a:latin typeface="Lucida Sans Unicode" panose="020B0602030504020204" pitchFamily="34" charset="0"/>
                <a:cs typeface="Arial" panose="020B0604020202020204" pitchFamily="34" charset="0"/>
              </a:defRPr>
            </a:lvl9pPr>
          </a:lstStyle>
          <a:p>
            <a:pPr algn="ctr" eaLnBrk="1" hangingPunct="1">
              <a:spcBef>
                <a:spcPct val="0"/>
              </a:spcBef>
              <a:buClrTx/>
              <a:buSzTx/>
              <a:buFontTx/>
              <a:buNone/>
            </a:pPr>
            <a:r>
              <a:rPr lang="en-US" altLang="en-US" sz="2800" b="1">
                <a:latin typeface="Arial" panose="020B0604020202020204" pitchFamily="34" charset="0"/>
              </a:rPr>
              <a:t>HTML5</a:t>
            </a:r>
            <a:endParaRPr lang="en-US" altLang="en-US" sz="2800">
              <a:latin typeface="Arial"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a:extLst>
              <a:ext uri="{FF2B5EF4-FFF2-40B4-BE49-F238E27FC236}">
                <a16:creationId xmlns:a16="http://schemas.microsoft.com/office/drawing/2014/main" id="{1ACEE5FB-4976-24B3-4C4F-AC203F1535E3}"/>
              </a:ext>
            </a:extLst>
          </p:cNvPr>
          <p:cNvSpPr>
            <a:spLocks noGrp="1"/>
          </p:cNvSpPr>
          <p:nvPr>
            <p:ph idx="1"/>
          </p:nvPr>
        </p:nvSpPr>
        <p:spPr>
          <a:xfrm>
            <a:off x="304800" y="1066800"/>
            <a:ext cx="8686800" cy="5014913"/>
          </a:xfrm>
        </p:spPr>
        <p:txBody>
          <a:bodyPr/>
          <a:lstStyle/>
          <a:p>
            <a:r>
              <a:rPr lang="en-US" altLang="en-US" sz="2800">
                <a:cs typeface="Arial" panose="020B0604020202020204" pitchFamily="34" charset="0"/>
              </a:rPr>
              <a:t>New features should be based on HTML, CSS, DOM, and JavaScript</a:t>
            </a:r>
          </a:p>
          <a:p>
            <a:endParaRPr lang="en-US" altLang="en-US" sz="800">
              <a:cs typeface="Arial" panose="020B0604020202020204" pitchFamily="34" charset="0"/>
            </a:endParaRPr>
          </a:p>
          <a:p>
            <a:r>
              <a:rPr lang="en-US" altLang="en-US" sz="2800">
                <a:cs typeface="Arial" panose="020B0604020202020204" pitchFamily="34" charset="0"/>
              </a:rPr>
              <a:t>Reduce the need for external plugins (like Flash)</a:t>
            </a:r>
          </a:p>
          <a:p>
            <a:endParaRPr lang="en-US" altLang="en-US" sz="800">
              <a:cs typeface="Arial" panose="020B0604020202020204" pitchFamily="34" charset="0"/>
            </a:endParaRPr>
          </a:p>
          <a:p>
            <a:r>
              <a:rPr lang="en-US" altLang="en-US" sz="2800">
                <a:cs typeface="Arial" panose="020B0604020202020204" pitchFamily="34" charset="0"/>
              </a:rPr>
              <a:t>Better error handling</a:t>
            </a:r>
          </a:p>
          <a:p>
            <a:endParaRPr lang="en-US" altLang="en-US" sz="800">
              <a:cs typeface="Arial" panose="020B0604020202020204" pitchFamily="34" charset="0"/>
            </a:endParaRPr>
          </a:p>
          <a:p>
            <a:r>
              <a:rPr lang="en-US" altLang="en-US" sz="2800">
                <a:cs typeface="Arial" panose="020B0604020202020204" pitchFamily="34" charset="0"/>
              </a:rPr>
              <a:t>More markup to replace scripting</a:t>
            </a:r>
          </a:p>
          <a:p>
            <a:endParaRPr lang="en-US" altLang="en-US" sz="800">
              <a:cs typeface="Arial" panose="020B0604020202020204" pitchFamily="34" charset="0"/>
            </a:endParaRPr>
          </a:p>
          <a:p>
            <a:r>
              <a:rPr lang="en-US" altLang="en-US" sz="2800">
                <a:cs typeface="Arial" panose="020B0604020202020204" pitchFamily="34" charset="0"/>
              </a:rPr>
              <a:t>HTML5 should be device independent</a:t>
            </a:r>
          </a:p>
          <a:p>
            <a:endParaRPr lang="en-US" altLang="en-US" sz="800">
              <a:cs typeface="Arial" panose="020B0604020202020204" pitchFamily="34" charset="0"/>
            </a:endParaRPr>
          </a:p>
          <a:p>
            <a:r>
              <a:rPr lang="en-US" altLang="en-US" sz="2800">
                <a:cs typeface="Arial" panose="020B0604020202020204" pitchFamily="34" charset="0"/>
              </a:rPr>
              <a:t>The development process should be visible to the public</a:t>
            </a:r>
          </a:p>
          <a:p>
            <a:pPr eaLnBrk="1" hangingPunct="1"/>
            <a:endParaRPr lang="en-US" altLang="en-US">
              <a:cs typeface="Arial" panose="020B0604020202020204" pitchFamily="34" charset="0"/>
            </a:endParaRPr>
          </a:p>
        </p:txBody>
      </p:sp>
      <p:sp>
        <p:nvSpPr>
          <p:cNvPr id="2" name="Title 1">
            <a:extLst>
              <a:ext uri="{FF2B5EF4-FFF2-40B4-BE49-F238E27FC236}">
                <a16:creationId xmlns:a16="http://schemas.microsoft.com/office/drawing/2014/main" id="{87E822FE-CA15-88F0-855E-3B61CB3CBABB}"/>
              </a:ext>
            </a:extLst>
          </p:cNvPr>
          <p:cNvSpPr>
            <a:spLocks noGrp="1"/>
          </p:cNvSpPr>
          <p:nvPr>
            <p:ph type="title"/>
          </p:nvPr>
        </p:nvSpPr>
        <p:spPr>
          <a:xfrm>
            <a:off x="457200" y="304800"/>
            <a:ext cx="8229600" cy="639762"/>
          </a:xfrm>
        </p:spPr>
        <p:txBody>
          <a:bodyPr anchor="t">
            <a:noAutofit/>
          </a:bodyPr>
          <a:lstStyle/>
          <a:p>
            <a:pPr>
              <a:defRPr/>
            </a:pPr>
            <a:r>
              <a:rPr lang="en-US" sz="3200" dirty="0">
                <a:solidFill>
                  <a:srgbClr val="000066"/>
                </a:solidFill>
                <a:effectLst/>
              </a:rPr>
              <a:t>Some rules for HTML5 were established:</a:t>
            </a:r>
            <a:br>
              <a:rPr lang="en-US" sz="3200" dirty="0">
                <a:solidFill>
                  <a:srgbClr val="000066"/>
                </a:solidFill>
                <a:effectLst/>
              </a:rPr>
            </a:br>
            <a:endParaRPr lang="en-US" sz="3200" dirty="0">
              <a:solidFill>
                <a:srgbClr val="000066"/>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1">
            <a:extLst>
              <a:ext uri="{FF2B5EF4-FFF2-40B4-BE49-F238E27FC236}">
                <a16:creationId xmlns:a16="http://schemas.microsoft.com/office/drawing/2014/main" id="{1A93199B-88A4-2F24-BF18-FCC346E8CC47}"/>
              </a:ext>
            </a:extLst>
          </p:cNvPr>
          <p:cNvSpPr>
            <a:spLocks noGrp="1"/>
          </p:cNvSpPr>
          <p:nvPr>
            <p:ph idx="1"/>
          </p:nvPr>
        </p:nvSpPr>
        <p:spPr/>
        <p:txBody>
          <a:bodyPr/>
          <a:lstStyle/>
          <a:p>
            <a:pPr eaLnBrk="1" hangingPunct="1"/>
            <a:r>
              <a:rPr lang="en-US" altLang="en-US">
                <a:cs typeface="Arial" panose="020B0604020202020204" pitchFamily="34" charset="0"/>
              </a:rPr>
              <a:t>&lt;!DOCTYPE html&gt;</a:t>
            </a:r>
            <a:br>
              <a:rPr lang="en-US" altLang="en-US">
                <a:cs typeface="Arial" panose="020B0604020202020204" pitchFamily="34" charset="0"/>
              </a:rPr>
            </a:br>
            <a:r>
              <a:rPr lang="en-US" altLang="en-US">
                <a:cs typeface="Arial" panose="020B0604020202020204" pitchFamily="34" charset="0"/>
              </a:rPr>
              <a:t>&lt; html&gt;</a:t>
            </a:r>
            <a:br>
              <a:rPr lang="en-US" altLang="en-US">
                <a:cs typeface="Arial" panose="020B0604020202020204" pitchFamily="34" charset="0"/>
              </a:rPr>
            </a:br>
            <a:r>
              <a:rPr lang="en-US" altLang="en-US">
                <a:cs typeface="Arial" panose="020B0604020202020204" pitchFamily="34" charset="0"/>
              </a:rPr>
              <a:t>&lt; head&gt;</a:t>
            </a:r>
            <a:br>
              <a:rPr lang="en-US" altLang="en-US">
                <a:cs typeface="Arial" panose="020B0604020202020204" pitchFamily="34" charset="0"/>
              </a:rPr>
            </a:br>
            <a:r>
              <a:rPr lang="en-US" altLang="en-US">
                <a:cs typeface="Arial" panose="020B0604020202020204" pitchFamily="34" charset="0"/>
              </a:rPr>
              <a:t>&lt; title&gt;</a:t>
            </a:r>
            <a:r>
              <a:rPr lang="en-US" altLang="en-US" i="1">
                <a:cs typeface="Arial" panose="020B0604020202020204" pitchFamily="34" charset="0"/>
              </a:rPr>
              <a:t>Title of the document</a:t>
            </a:r>
            <a:r>
              <a:rPr lang="en-US" altLang="en-US">
                <a:cs typeface="Arial" panose="020B0604020202020204" pitchFamily="34" charset="0"/>
              </a:rPr>
              <a:t>&lt;/title&gt;</a:t>
            </a:r>
            <a:br>
              <a:rPr lang="en-US" altLang="en-US">
                <a:cs typeface="Arial" panose="020B0604020202020204" pitchFamily="34" charset="0"/>
              </a:rPr>
            </a:br>
            <a:r>
              <a:rPr lang="en-US" altLang="en-US">
                <a:cs typeface="Arial" panose="020B0604020202020204" pitchFamily="34" charset="0"/>
              </a:rPr>
              <a:t>&lt; /head&gt;</a:t>
            </a:r>
            <a:br>
              <a:rPr lang="en-US" altLang="en-US">
                <a:cs typeface="Arial" panose="020B0604020202020204" pitchFamily="34" charset="0"/>
              </a:rPr>
            </a:br>
            <a:br>
              <a:rPr lang="en-US" altLang="en-US">
                <a:cs typeface="Arial" panose="020B0604020202020204" pitchFamily="34" charset="0"/>
              </a:rPr>
            </a:br>
            <a:r>
              <a:rPr lang="en-US" altLang="en-US">
                <a:cs typeface="Arial" panose="020B0604020202020204" pitchFamily="34" charset="0"/>
              </a:rPr>
              <a:t>&lt; body&gt;</a:t>
            </a:r>
            <a:br>
              <a:rPr lang="en-US" altLang="en-US">
                <a:cs typeface="Arial" panose="020B0604020202020204" pitchFamily="34" charset="0"/>
              </a:rPr>
            </a:br>
            <a:r>
              <a:rPr lang="en-US" altLang="en-US" i="1">
                <a:cs typeface="Arial" panose="020B0604020202020204" pitchFamily="34" charset="0"/>
              </a:rPr>
              <a:t>The content of the document......</a:t>
            </a:r>
            <a:br>
              <a:rPr lang="en-US" altLang="en-US">
                <a:cs typeface="Arial" panose="020B0604020202020204" pitchFamily="34" charset="0"/>
              </a:rPr>
            </a:br>
            <a:r>
              <a:rPr lang="en-US" altLang="en-US">
                <a:cs typeface="Arial" panose="020B0604020202020204" pitchFamily="34" charset="0"/>
              </a:rPr>
              <a:t>&lt; /body&gt;</a:t>
            </a:r>
            <a:br>
              <a:rPr lang="en-US" altLang="en-US">
                <a:cs typeface="Arial" panose="020B0604020202020204" pitchFamily="34" charset="0"/>
              </a:rPr>
            </a:br>
            <a:br>
              <a:rPr lang="en-US" altLang="en-US">
                <a:cs typeface="Arial" panose="020B0604020202020204" pitchFamily="34" charset="0"/>
              </a:rPr>
            </a:br>
            <a:r>
              <a:rPr lang="en-US" altLang="en-US">
                <a:cs typeface="Arial" panose="020B0604020202020204" pitchFamily="34" charset="0"/>
              </a:rPr>
              <a:t>&lt; /html&gt;</a:t>
            </a:r>
          </a:p>
        </p:txBody>
      </p:sp>
      <p:sp>
        <p:nvSpPr>
          <p:cNvPr id="3" name="Title 2">
            <a:extLst>
              <a:ext uri="{FF2B5EF4-FFF2-40B4-BE49-F238E27FC236}">
                <a16:creationId xmlns:a16="http://schemas.microsoft.com/office/drawing/2014/main" id="{6E33ED6E-3773-F9F6-8A3F-C09797505019}"/>
              </a:ext>
            </a:extLst>
          </p:cNvPr>
          <p:cNvSpPr>
            <a:spLocks noGrp="1"/>
          </p:cNvSpPr>
          <p:nvPr>
            <p:ph type="title"/>
          </p:nvPr>
        </p:nvSpPr>
        <p:spPr/>
        <p:txBody>
          <a:bodyPr/>
          <a:lstStyle/>
          <a:p>
            <a:pPr eaLnBrk="1" hangingPunct="1">
              <a:defRPr/>
            </a:pPr>
            <a:r>
              <a:rPr lang="en-US" dirty="0">
                <a:effectLst/>
              </a:rPr>
              <a:t>Minimum HTML5 Document</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Content Placeholder 1">
            <a:extLst>
              <a:ext uri="{FF2B5EF4-FFF2-40B4-BE49-F238E27FC236}">
                <a16:creationId xmlns:a16="http://schemas.microsoft.com/office/drawing/2014/main" id="{C618C734-6E11-1792-D7D2-FB85AA61B38C}"/>
              </a:ext>
            </a:extLst>
          </p:cNvPr>
          <p:cNvSpPr>
            <a:spLocks noGrp="1"/>
          </p:cNvSpPr>
          <p:nvPr>
            <p:ph idx="1"/>
          </p:nvPr>
        </p:nvSpPr>
        <p:spPr>
          <a:xfrm>
            <a:off x="76200" y="868363"/>
            <a:ext cx="8991600" cy="5380037"/>
          </a:xfrm>
        </p:spPr>
        <p:txBody>
          <a:bodyPr/>
          <a:lstStyle/>
          <a:p>
            <a:pPr>
              <a:defRPr/>
            </a:pPr>
            <a:r>
              <a:rPr lang="en-US" sz="2400" dirty="0"/>
              <a:t>The &lt;canvas&gt; element for 2D drawing</a:t>
            </a:r>
          </a:p>
          <a:p>
            <a:pPr>
              <a:defRPr/>
            </a:pPr>
            <a:r>
              <a:rPr lang="en-US" sz="800" dirty="0"/>
              <a:t> </a:t>
            </a:r>
          </a:p>
          <a:p>
            <a:pPr>
              <a:defRPr/>
            </a:pPr>
            <a:r>
              <a:rPr lang="en-US" sz="2400" dirty="0"/>
              <a:t>The &lt;video&gt; and &lt;audio&gt; elements for media playback</a:t>
            </a:r>
          </a:p>
          <a:p>
            <a:pPr marL="109537" indent="0">
              <a:buFont typeface="Wingdings 3" panose="05040102010807070707" pitchFamily="18" charset="2"/>
              <a:buNone/>
              <a:defRPr/>
            </a:pPr>
            <a:endParaRPr lang="en-US" sz="800" dirty="0"/>
          </a:p>
          <a:p>
            <a:pPr>
              <a:defRPr/>
            </a:pPr>
            <a:r>
              <a:rPr lang="en-US" sz="2400" dirty="0"/>
              <a:t>Support for local storage </a:t>
            </a:r>
            <a:r>
              <a:rPr lang="en-US" sz="2000" dirty="0">
                <a:solidFill>
                  <a:srgbClr val="CC0066"/>
                </a:solidFill>
              </a:rPr>
              <a:t>( in html5 web pages can store data locally within the user's browser)</a:t>
            </a:r>
          </a:p>
          <a:p>
            <a:pPr>
              <a:defRPr/>
            </a:pPr>
            <a:endParaRPr lang="en-US" sz="800" dirty="0"/>
          </a:p>
          <a:p>
            <a:pPr>
              <a:defRPr/>
            </a:pPr>
            <a:r>
              <a:rPr lang="en-US" sz="2000" dirty="0"/>
              <a:t>It introduces application cache   </a:t>
            </a:r>
            <a:r>
              <a:rPr lang="en-US" sz="2000" dirty="0">
                <a:solidFill>
                  <a:srgbClr val="CC0066"/>
                </a:solidFill>
              </a:rPr>
              <a:t>(it is a web application is cached, and accessible without an internet connection)</a:t>
            </a:r>
          </a:p>
          <a:p>
            <a:pPr>
              <a:defRPr/>
            </a:pPr>
            <a:r>
              <a:rPr lang="en-US" sz="2400" dirty="0"/>
              <a:t>New content-specific elements, like &lt;article&gt;, &lt;footer&gt;, &lt;header&gt;, &lt;</a:t>
            </a:r>
            <a:r>
              <a:rPr lang="en-US" sz="2400" dirty="0" err="1"/>
              <a:t>nav</a:t>
            </a:r>
            <a:r>
              <a:rPr lang="en-US" sz="2400" dirty="0"/>
              <a:t>&gt;, &lt;section&gt;</a:t>
            </a:r>
          </a:p>
          <a:p>
            <a:pPr>
              <a:defRPr/>
            </a:pPr>
            <a:endParaRPr lang="en-US" sz="800" dirty="0"/>
          </a:p>
          <a:p>
            <a:pPr>
              <a:defRPr/>
            </a:pPr>
            <a:r>
              <a:rPr lang="en-US" sz="2400" dirty="0"/>
              <a:t>New form controls, like calendar, date, time, email, </a:t>
            </a:r>
            <a:r>
              <a:rPr lang="en-US" sz="2400" dirty="0" err="1"/>
              <a:t>url</a:t>
            </a:r>
            <a:r>
              <a:rPr lang="en-US" sz="2400" dirty="0"/>
              <a:t>, search</a:t>
            </a:r>
          </a:p>
          <a:p>
            <a:pPr>
              <a:defRPr/>
            </a:pPr>
            <a:r>
              <a:rPr lang="en-US" sz="2200" dirty="0"/>
              <a:t>The Web Workers     </a:t>
            </a:r>
            <a:r>
              <a:rPr lang="en-US" sz="1800" dirty="0">
                <a:solidFill>
                  <a:srgbClr val="CC0066"/>
                </a:solidFill>
              </a:rPr>
              <a:t>(it is a JavaScript running in the background,  </a:t>
            </a:r>
          </a:p>
          <a:p>
            <a:pPr marL="109537" indent="0">
              <a:buFont typeface="Wingdings 3" panose="05040102010807070707" pitchFamily="18" charset="2"/>
              <a:buNone/>
              <a:defRPr/>
            </a:pPr>
            <a:r>
              <a:rPr lang="en-US" sz="1800" dirty="0">
                <a:solidFill>
                  <a:srgbClr val="CC0066"/>
                </a:solidFill>
              </a:rPr>
              <a:t>                                           without affecting the performance of the page)</a:t>
            </a:r>
            <a:endParaRPr lang="en-US" sz="2200" dirty="0">
              <a:solidFill>
                <a:srgbClr val="CC0066"/>
              </a:solidFill>
            </a:endParaRPr>
          </a:p>
        </p:txBody>
      </p:sp>
      <p:sp>
        <p:nvSpPr>
          <p:cNvPr id="3" name="Title 2">
            <a:extLst>
              <a:ext uri="{FF2B5EF4-FFF2-40B4-BE49-F238E27FC236}">
                <a16:creationId xmlns:a16="http://schemas.microsoft.com/office/drawing/2014/main" id="{4B9AE274-6DFD-7A8B-D7A2-95B79421F366}"/>
              </a:ext>
            </a:extLst>
          </p:cNvPr>
          <p:cNvSpPr>
            <a:spLocks noGrp="1"/>
          </p:cNvSpPr>
          <p:nvPr>
            <p:ph type="title"/>
          </p:nvPr>
        </p:nvSpPr>
        <p:spPr>
          <a:xfrm>
            <a:off x="457200" y="76200"/>
            <a:ext cx="8229600" cy="639762"/>
          </a:xfrm>
        </p:spPr>
        <p:txBody>
          <a:bodyPr anchor="t">
            <a:normAutofit fontScale="90000"/>
          </a:bodyPr>
          <a:lstStyle/>
          <a:p>
            <a:pPr eaLnBrk="1" hangingPunct="1">
              <a:defRPr/>
            </a:pPr>
            <a:r>
              <a:rPr lang="en-US" sz="4400" dirty="0">
                <a:effectLst/>
              </a:rPr>
              <a:t>HTML5 - New Features</a:t>
            </a:r>
            <a:br>
              <a:rPr lang="en-US" sz="4400" dirty="0">
                <a:effectLst/>
              </a:rPr>
            </a:b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3">
            <a:extLst>
              <a:ext uri="{FF2B5EF4-FFF2-40B4-BE49-F238E27FC236}">
                <a16:creationId xmlns:a16="http://schemas.microsoft.com/office/drawing/2014/main" id="{033ED2E5-9729-DC9E-87A0-8028A98E07BD}"/>
              </a:ext>
            </a:extLst>
          </p:cNvPr>
          <p:cNvSpPr>
            <a:spLocks noGrp="1" noChangeArrowheads="1"/>
          </p:cNvSpPr>
          <p:nvPr>
            <p:ph idx="1"/>
          </p:nvPr>
        </p:nvSpPr>
        <p:spPr/>
        <p:txBody>
          <a:bodyPr/>
          <a:lstStyle/>
          <a:p>
            <a:pPr eaLnBrk="1" hangingPunct="1"/>
            <a:r>
              <a:rPr lang="en-US" altLang="en-US" sz="2600">
                <a:latin typeface="Times New Roman" panose="02020603050405020304" pitchFamily="18" charset="0"/>
                <a:cs typeface="Times New Roman" panose="02020603050405020304" pitchFamily="18" charset="0"/>
              </a:rPr>
              <a:t>Headings are defined with the </a:t>
            </a:r>
            <a:r>
              <a:rPr lang="en-US" altLang="en-US" sz="2600" b="1">
                <a:solidFill>
                  <a:srgbClr val="0066CC"/>
                </a:solidFill>
                <a:latin typeface="Times New Roman" panose="02020603050405020304" pitchFamily="18" charset="0"/>
                <a:cs typeface="Times New Roman" panose="02020603050405020304" pitchFamily="18" charset="0"/>
              </a:rPr>
              <a:t>&lt;h1&gt;</a:t>
            </a:r>
            <a:r>
              <a:rPr lang="en-US" altLang="en-US" sz="2600">
                <a:latin typeface="Times New Roman" panose="02020603050405020304" pitchFamily="18" charset="0"/>
                <a:cs typeface="Times New Roman" panose="02020603050405020304" pitchFamily="18" charset="0"/>
              </a:rPr>
              <a:t> to </a:t>
            </a:r>
            <a:r>
              <a:rPr lang="en-US" altLang="en-US" sz="2600" b="1">
                <a:solidFill>
                  <a:srgbClr val="0066CC"/>
                </a:solidFill>
                <a:latin typeface="Times New Roman" panose="02020603050405020304" pitchFamily="18" charset="0"/>
                <a:cs typeface="Times New Roman" panose="02020603050405020304" pitchFamily="18" charset="0"/>
              </a:rPr>
              <a:t>&lt;h6&gt;</a:t>
            </a:r>
            <a:r>
              <a:rPr lang="en-US" altLang="en-US" sz="2600">
                <a:latin typeface="Times New Roman" panose="02020603050405020304" pitchFamily="18" charset="0"/>
                <a:cs typeface="Times New Roman" panose="02020603050405020304" pitchFamily="18" charset="0"/>
              </a:rPr>
              <a:t> tags. </a:t>
            </a:r>
          </a:p>
          <a:p>
            <a:pPr lvl="1" eaLnBrk="1" hangingPunct="1"/>
            <a:r>
              <a:rPr lang="en-US" altLang="en-US" b="1">
                <a:solidFill>
                  <a:srgbClr val="0066CC"/>
                </a:solidFill>
                <a:latin typeface="Times New Roman" panose="02020603050405020304" pitchFamily="18" charset="0"/>
                <a:cs typeface="Times New Roman" panose="02020603050405020304" pitchFamily="18" charset="0"/>
              </a:rPr>
              <a:t>&lt;h1&gt;</a:t>
            </a:r>
            <a:r>
              <a:rPr lang="en-US" altLang="en-US">
                <a:latin typeface="Times New Roman" panose="02020603050405020304" pitchFamily="18" charset="0"/>
                <a:cs typeface="Times New Roman" panose="02020603050405020304" pitchFamily="18" charset="0"/>
              </a:rPr>
              <a:t>This is a heading 1</a:t>
            </a:r>
            <a:r>
              <a:rPr lang="en-US" altLang="en-US" b="1">
                <a:solidFill>
                  <a:srgbClr val="0066CC"/>
                </a:solidFill>
                <a:latin typeface="Times New Roman" panose="02020603050405020304" pitchFamily="18" charset="0"/>
                <a:cs typeface="Times New Roman" panose="02020603050405020304" pitchFamily="18" charset="0"/>
              </a:rPr>
              <a:t>&lt;/h1&gt;</a:t>
            </a:r>
          </a:p>
          <a:p>
            <a:pPr lvl="1" eaLnBrk="1" hangingPunct="1"/>
            <a:r>
              <a:rPr lang="en-US" altLang="en-US" b="1">
                <a:solidFill>
                  <a:srgbClr val="0066CC"/>
                </a:solidFill>
                <a:latin typeface="Times New Roman" panose="02020603050405020304" pitchFamily="18" charset="0"/>
                <a:cs typeface="Times New Roman" panose="02020603050405020304" pitchFamily="18" charset="0"/>
              </a:rPr>
              <a:t>&lt;h2&gt;</a:t>
            </a:r>
            <a:r>
              <a:rPr lang="en-US" altLang="en-US">
                <a:latin typeface="Times New Roman" panose="02020603050405020304" pitchFamily="18" charset="0"/>
                <a:cs typeface="Times New Roman" panose="02020603050405020304" pitchFamily="18" charset="0"/>
              </a:rPr>
              <a:t>This is a heading 2</a:t>
            </a:r>
            <a:r>
              <a:rPr lang="en-US" altLang="en-US" b="1">
                <a:solidFill>
                  <a:srgbClr val="0066CC"/>
                </a:solidFill>
                <a:latin typeface="Times New Roman" panose="02020603050405020304" pitchFamily="18" charset="0"/>
                <a:cs typeface="Times New Roman" panose="02020603050405020304" pitchFamily="18" charset="0"/>
              </a:rPr>
              <a:t>&lt;/h2&gt;</a:t>
            </a:r>
          </a:p>
          <a:p>
            <a:pPr lvl="1" eaLnBrk="1" hangingPunct="1"/>
            <a:r>
              <a:rPr lang="en-US" altLang="en-US" b="1">
                <a:solidFill>
                  <a:srgbClr val="0066CC"/>
                </a:solidFill>
                <a:latin typeface="Times New Roman" panose="02020603050405020304" pitchFamily="18" charset="0"/>
                <a:cs typeface="Times New Roman" panose="02020603050405020304" pitchFamily="18" charset="0"/>
              </a:rPr>
              <a:t>&lt;h3&gt;</a:t>
            </a:r>
            <a:r>
              <a:rPr lang="en-US" altLang="en-US">
                <a:latin typeface="Times New Roman" panose="02020603050405020304" pitchFamily="18" charset="0"/>
                <a:cs typeface="Times New Roman" panose="02020603050405020304" pitchFamily="18" charset="0"/>
              </a:rPr>
              <a:t>This is a heading 3</a:t>
            </a:r>
            <a:r>
              <a:rPr lang="en-US" altLang="en-US" b="1">
                <a:solidFill>
                  <a:srgbClr val="0066CC"/>
                </a:solidFill>
                <a:latin typeface="Times New Roman" panose="02020603050405020304" pitchFamily="18" charset="0"/>
                <a:cs typeface="Times New Roman" panose="02020603050405020304" pitchFamily="18" charset="0"/>
              </a:rPr>
              <a:t>&lt;/h3&gt;</a:t>
            </a:r>
          </a:p>
          <a:p>
            <a:pPr lvl="1" eaLnBrk="1" hangingPunct="1"/>
            <a:r>
              <a:rPr lang="en-US" altLang="en-US" b="1">
                <a:solidFill>
                  <a:srgbClr val="0066CC"/>
                </a:solidFill>
                <a:latin typeface="Times New Roman" panose="02020603050405020304" pitchFamily="18" charset="0"/>
                <a:cs typeface="Times New Roman" panose="02020603050405020304" pitchFamily="18" charset="0"/>
              </a:rPr>
              <a:t>&lt;h4&gt;</a:t>
            </a:r>
            <a:r>
              <a:rPr lang="en-US" altLang="en-US">
                <a:latin typeface="Times New Roman" panose="02020603050405020304" pitchFamily="18" charset="0"/>
                <a:cs typeface="Times New Roman" panose="02020603050405020304" pitchFamily="18" charset="0"/>
              </a:rPr>
              <a:t>This is a heading 4</a:t>
            </a:r>
            <a:r>
              <a:rPr lang="en-US" altLang="en-US" b="1">
                <a:solidFill>
                  <a:srgbClr val="0066CC"/>
                </a:solidFill>
                <a:latin typeface="Times New Roman" panose="02020603050405020304" pitchFamily="18" charset="0"/>
                <a:cs typeface="Times New Roman" panose="02020603050405020304" pitchFamily="18" charset="0"/>
              </a:rPr>
              <a:t>&lt;/h4&gt;</a:t>
            </a:r>
          </a:p>
          <a:p>
            <a:pPr lvl="1" eaLnBrk="1" hangingPunct="1"/>
            <a:r>
              <a:rPr lang="en-US" altLang="en-US" b="1">
                <a:solidFill>
                  <a:srgbClr val="0066CC"/>
                </a:solidFill>
                <a:latin typeface="Times New Roman" panose="02020603050405020304" pitchFamily="18" charset="0"/>
                <a:cs typeface="Times New Roman" panose="02020603050405020304" pitchFamily="18" charset="0"/>
              </a:rPr>
              <a:t>&lt;h5&gt;</a:t>
            </a:r>
            <a:r>
              <a:rPr lang="en-US" altLang="en-US">
                <a:latin typeface="Times New Roman" panose="02020603050405020304" pitchFamily="18" charset="0"/>
                <a:cs typeface="Times New Roman" panose="02020603050405020304" pitchFamily="18" charset="0"/>
              </a:rPr>
              <a:t>This is a heading 5</a:t>
            </a:r>
            <a:r>
              <a:rPr lang="en-US" altLang="en-US" b="1">
                <a:solidFill>
                  <a:srgbClr val="0066CC"/>
                </a:solidFill>
                <a:latin typeface="Times New Roman" panose="02020603050405020304" pitchFamily="18" charset="0"/>
                <a:cs typeface="Times New Roman" panose="02020603050405020304" pitchFamily="18" charset="0"/>
              </a:rPr>
              <a:t>&lt;/h5&gt;</a:t>
            </a:r>
          </a:p>
          <a:p>
            <a:pPr lvl="1" eaLnBrk="1" hangingPunct="1"/>
            <a:r>
              <a:rPr lang="en-US" altLang="en-US" b="1">
                <a:solidFill>
                  <a:srgbClr val="0066CC"/>
                </a:solidFill>
                <a:latin typeface="Times New Roman" panose="02020603050405020304" pitchFamily="18" charset="0"/>
                <a:cs typeface="Times New Roman" panose="02020603050405020304" pitchFamily="18" charset="0"/>
              </a:rPr>
              <a:t>&lt;h6&gt;</a:t>
            </a:r>
            <a:r>
              <a:rPr lang="en-US" altLang="en-US">
                <a:latin typeface="Times New Roman" panose="02020603050405020304" pitchFamily="18" charset="0"/>
                <a:cs typeface="Times New Roman" panose="02020603050405020304" pitchFamily="18" charset="0"/>
              </a:rPr>
              <a:t>This is a heading 6</a:t>
            </a:r>
            <a:r>
              <a:rPr lang="en-US" altLang="en-US" b="1">
                <a:solidFill>
                  <a:srgbClr val="0066CC"/>
                </a:solidFill>
                <a:latin typeface="Times New Roman" panose="02020603050405020304" pitchFamily="18" charset="0"/>
                <a:cs typeface="Times New Roman" panose="02020603050405020304" pitchFamily="18" charset="0"/>
              </a:rPr>
              <a:t>&lt;/h6&gt;</a:t>
            </a:r>
            <a:r>
              <a:rPr lang="en-US" altLang="en-US">
                <a:latin typeface="Times New Roman" panose="02020603050405020304" pitchFamily="18" charset="0"/>
                <a:cs typeface="Times New Roman" panose="02020603050405020304" pitchFamily="18" charset="0"/>
              </a:rPr>
              <a:t> </a:t>
            </a:r>
          </a:p>
          <a:p>
            <a:pPr eaLnBrk="1" hangingPunct="1"/>
            <a:r>
              <a:rPr lang="en-US" altLang="en-US" sz="2600">
                <a:latin typeface="Times New Roman" panose="02020603050405020304" pitchFamily="18" charset="0"/>
                <a:cs typeface="Times New Roman" panose="02020603050405020304" pitchFamily="18" charset="0"/>
              </a:rPr>
              <a:t>HTML automatically adds an extra blank line before and after a heading.</a:t>
            </a:r>
            <a:endParaRPr lang="en-GB" altLang="en-US" sz="2600">
              <a:latin typeface="Times New Roman" panose="02020603050405020304" pitchFamily="18" charset="0"/>
              <a:cs typeface="Times New Roman" panose="02020603050405020304" pitchFamily="18" charset="0"/>
            </a:endParaRPr>
          </a:p>
        </p:txBody>
      </p:sp>
      <p:sp>
        <p:nvSpPr>
          <p:cNvPr id="19458" name="Rectangle 2">
            <a:extLst>
              <a:ext uri="{FF2B5EF4-FFF2-40B4-BE49-F238E27FC236}">
                <a16:creationId xmlns:a16="http://schemas.microsoft.com/office/drawing/2014/main" id="{EBE142B6-C69D-0A68-BA31-B7417C5CCAE9}"/>
              </a:ext>
            </a:extLst>
          </p:cNvPr>
          <p:cNvSpPr>
            <a:spLocks noGrp="1" noChangeArrowheads="1"/>
          </p:cNvSpPr>
          <p:nvPr>
            <p:ph type="title"/>
          </p:nvPr>
        </p:nvSpPr>
        <p:spPr/>
        <p:txBody>
          <a:bodyPr/>
          <a:lstStyle/>
          <a:p>
            <a:pPr eaLnBrk="1" fontAlgn="auto" hangingPunct="1">
              <a:spcAft>
                <a:spcPts val="0"/>
              </a:spcAft>
              <a:defRPr/>
            </a:pPr>
            <a:r>
              <a:rPr lang="en-US" dirty="0">
                <a:solidFill>
                  <a:schemeClr val="tx1"/>
                </a:solidFill>
              </a:rPr>
              <a:t>Headings</a:t>
            </a:r>
            <a:endParaRPr lang="en-GB" dirty="0">
              <a:solidFill>
                <a:schemeClr val="tx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3">
            <a:extLst>
              <a:ext uri="{FF2B5EF4-FFF2-40B4-BE49-F238E27FC236}">
                <a16:creationId xmlns:a16="http://schemas.microsoft.com/office/drawing/2014/main" id="{886B2987-FC29-FA6A-E17B-42A95A46F182}"/>
              </a:ext>
            </a:extLst>
          </p:cNvPr>
          <p:cNvSpPr>
            <a:spLocks noGrp="1" noChangeArrowheads="1"/>
          </p:cNvSpPr>
          <p:nvPr>
            <p:ph idx="1"/>
          </p:nvPr>
        </p:nvSpPr>
        <p:spPr/>
        <p:txBody>
          <a:bodyPr/>
          <a:lstStyle/>
          <a:p>
            <a:pPr eaLnBrk="1" hangingPunct="1">
              <a:lnSpc>
                <a:spcPct val="90000"/>
              </a:lnSpc>
            </a:pPr>
            <a:r>
              <a:rPr lang="en-GB" altLang="en-US" sz="4900" b="1">
                <a:cs typeface="Arial" panose="020B0604020202020204" pitchFamily="34" charset="0"/>
              </a:rPr>
              <a:t>This is a heading 1</a:t>
            </a:r>
            <a:endParaRPr lang="ar-SA" altLang="en-US" sz="4900" b="1"/>
          </a:p>
          <a:p>
            <a:pPr eaLnBrk="1" hangingPunct="1">
              <a:lnSpc>
                <a:spcPct val="90000"/>
              </a:lnSpc>
            </a:pPr>
            <a:r>
              <a:rPr lang="en-GB" altLang="en-US" sz="4400" b="1">
                <a:cs typeface="Arial" panose="020B0604020202020204" pitchFamily="34" charset="0"/>
              </a:rPr>
              <a:t>This is a heading 2</a:t>
            </a:r>
            <a:endParaRPr lang="ar-SA" altLang="en-US" sz="4400" b="1"/>
          </a:p>
          <a:p>
            <a:pPr eaLnBrk="1" hangingPunct="1">
              <a:lnSpc>
                <a:spcPct val="90000"/>
              </a:lnSpc>
            </a:pPr>
            <a:r>
              <a:rPr lang="en-GB" altLang="en-US" sz="4000" b="1">
                <a:cs typeface="Arial" panose="020B0604020202020204" pitchFamily="34" charset="0"/>
              </a:rPr>
              <a:t>This is a heading 3</a:t>
            </a:r>
            <a:endParaRPr lang="ar-SA" altLang="en-US" sz="4000" b="1"/>
          </a:p>
          <a:p>
            <a:pPr eaLnBrk="1" hangingPunct="1">
              <a:lnSpc>
                <a:spcPct val="90000"/>
              </a:lnSpc>
            </a:pPr>
            <a:r>
              <a:rPr lang="en-GB" altLang="en-US" sz="3600" b="1">
                <a:cs typeface="Arial" panose="020B0604020202020204" pitchFamily="34" charset="0"/>
              </a:rPr>
              <a:t>This is a heading 4</a:t>
            </a:r>
            <a:endParaRPr lang="ar-SA" altLang="en-US" sz="3600" b="1"/>
          </a:p>
          <a:p>
            <a:pPr eaLnBrk="1" hangingPunct="1">
              <a:lnSpc>
                <a:spcPct val="90000"/>
              </a:lnSpc>
            </a:pPr>
            <a:r>
              <a:rPr lang="en-GB" altLang="en-US" sz="3200" b="1">
                <a:cs typeface="Arial" panose="020B0604020202020204" pitchFamily="34" charset="0"/>
              </a:rPr>
              <a:t>This is a heading 5</a:t>
            </a:r>
            <a:endParaRPr lang="ar-SA" altLang="en-US" sz="3200" b="1"/>
          </a:p>
          <a:p>
            <a:pPr eaLnBrk="1" hangingPunct="1">
              <a:lnSpc>
                <a:spcPct val="90000"/>
              </a:lnSpc>
            </a:pPr>
            <a:r>
              <a:rPr lang="en-GB" altLang="en-US" sz="2800" b="1">
                <a:cs typeface="Arial" panose="020B0604020202020204" pitchFamily="34" charset="0"/>
              </a:rPr>
              <a:t>This is a heading6</a:t>
            </a:r>
            <a:endParaRPr lang="ar-SA" altLang="en-US" sz="2800" b="1"/>
          </a:p>
          <a:p>
            <a:pPr eaLnBrk="1" hangingPunct="1">
              <a:lnSpc>
                <a:spcPct val="90000"/>
              </a:lnSpc>
            </a:pPr>
            <a:endParaRPr lang="en-GB" altLang="en-US" sz="2800">
              <a:cs typeface="Arial" panose="020B0604020202020204" pitchFamily="34" charset="0"/>
            </a:endParaRPr>
          </a:p>
        </p:txBody>
      </p:sp>
      <p:sp>
        <p:nvSpPr>
          <p:cNvPr id="20482" name="Rectangle 2">
            <a:extLst>
              <a:ext uri="{FF2B5EF4-FFF2-40B4-BE49-F238E27FC236}">
                <a16:creationId xmlns:a16="http://schemas.microsoft.com/office/drawing/2014/main" id="{8B96C4BD-FDFB-5334-DFFA-CECB81C4C7B2}"/>
              </a:ext>
            </a:extLst>
          </p:cNvPr>
          <p:cNvSpPr>
            <a:spLocks noGrp="1" noChangeArrowheads="1"/>
          </p:cNvSpPr>
          <p:nvPr>
            <p:ph type="title"/>
          </p:nvPr>
        </p:nvSpPr>
        <p:spPr/>
        <p:txBody>
          <a:bodyPr/>
          <a:lstStyle/>
          <a:p>
            <a:pPr eaLnBrk="1" fontAlgn="auto" hangingPunct="1">
              <a:spcAft>
                <a:spcPts val="0"/>
              </a:spcAft>
              <a:defRPr/>
            </a:pPr>
            <a:r>
              <a:rPr lang="en-US">
                <a:solidFill>
                  <a:schemeClr val="tx1"/>
                </a:solidFill>
                <a:hlinkClick r:id="rId2" action="ppaction://hlinkfile"/>
              </a:rPr>
              <a:t>Headings</a:t>
            </a:r>
            <a:endParaRPr lang="en-GB">
              <a:solidFill>
                <a:schemeClr val="tx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3">
            <a:extLst>
              <a:ext uri="{FF2B5EF4-FFF2-40B4-BE49-F238E27FC236}">
                <a16:creationId xmlns:a16="http://schemas.microsoft.com/office/drawing/2014/main" id="{FBC795CD-976A-8F29-4245-9DBC717D5841}"/>
              </a:ext>
            </a:extLst>
          </p:cNvPr>
          <p:cNvSpPr>
            <a:spLocks noGrp="1" noChangeArrowheads="1"/>
          </p:cNvSpPr>
          <p:nvPr>
            <p:ph idx="1"/>
          </p:nvPr>
        </p:nvSpPr>
        <p:spPr/>
        <p:txBody>
          <a:bodyPr/>
          <a:lstStyle/>
          <a:p>
            <a:pPr eaLnBrk="1" hangingPunct="1">
              <a:lnSpc>
                <a:spcPct val="140000"/>
              </a:lnSpc>
            </a:pPr>
            <a:r>
              <a:rPr lang="en-US" altLang="en-US" sz="2800">
                <a:latin typeface="Times New Roman" panose="02020603050405020304" pitchFamily="18" charset="0"/>
                <a:cs typeface="Times New Roman" panose="02020603050405020304" pitchFamily="18" charset="0"/>
              </a:rPr>
              <a:t>Paragraphs are defined with the </a:t>
            </a:r>
            <a:r>
              <a:rPr lang="en-US" altLang="en-US" sz="2800" b="1">
                <a:solidFill>
                  <a:srgbClr val="0066CC"/>
                </a:solidFill>
                <a:latin typeface="Times New Roman" panose="02020603050405020304" pitchFamily="18" charset="0"/>
                <a:cs typeface="Times New Roman" panose="02020603050405020304" pitchFamily="18" charset="0"/>
              </a:rPr>
              <a:t>&lt;p&gt;</a:t>
            </a:r>
            <a:r>
              <a:rPr lang="en-US" altLang="en-US" sz="2800">
                <a:latin typeface="Times New Roman" panose="02020603050405020304" pitchFamily="18" charset="0"/>
                <a:cs typeface="Times New Roman" panose="02020603050405020304" pitchFamily="18" charset="0"/>
              </a:rPr>
              <a:t> tag.</a:t>
            </a:r>
          </a:p>
          <a:p>
            <a:pPr lvl="1" eaLnBrk="1" hangingPunct="1">
              <a:lnSpc>
                <a:spcPct val="140000"/>
              </a:lnSpc>
            </a:pPr>
            <a:r>
              <a:rPr lang="en-US" altLang="en-US" sz="2800" b="1">
                <a:solidFill>
                  <a:srgbClr val="0066CC"/>
                </a:solidFill>
                <a:latin typeface="Times New Roman" panose="02020603050405020304" pitchFamily="18" charset="0"/>
                <a:cs typeface="Times New Roman" panose="02020603050405020304" pitchFamily="18" charset="0"/>
              </a:rPr>
              <a:t>&lt;p&gt;</a:t>
            </a:r>
            <a:r>
              <a:rPr lang="en-US" altLang="en-US" sz="2800">
                <a:latin typeface="Times New Roman" panose="02020603050405020304" pitchFamily="18" charset="0"/>
                <a:cs typeface="Times New Roman" panose="02020603050405020304" pitchFamily="18" charset="0"/>
              </a:rPr>
              <a:t>This is a paragraph one</a:t>
            </a:r>
            <a:r>
              <a:rPr lang="en-US" altLang="en-US" sz="2800" b="1">
                <a:solidFill>
                  <a:srgbClr val="0066CC"/>
                </a:solidFill>
                <a:latin typeface="Times New Roman" panose="02020603050405020304" pitchFamily="18" charset="0"/>
                <a:cs typeface="Times New Roman" panose="02020603050405020304" pitchFamily="18" charset="0"/>
              </a:rPr>
              <a:t>&lt;/p&gt;</a:t>
            </a:r>
          </a:p>
          <a:p>
            <a:pPr lvl="1" eaLnBrk="1" hangingPunct="1">
              <a:lnSpc>
                <a:spcPct val="140000"/>
              </a:lnSpc>
            </a:pPr>
            <a:r>
              <a:rPr lang="en-US" altLang="en-US" sz="2800" b="1">
                <a:solidFill>
                  <a:srgbClr val="0066CC"/>
                </a:solidFill>
                <a:latin typeface="Times New Roman" panose="02020603050405020304" pitchFamily="18" charset="0"/>
                <a:cs typeface="Times New Roman" panose="02020603050405020304" pitchFamily="18" charset="0"/>
              </a:rPr>
              <a:t>&lt;p&gt;</a:t>
            </a:r>
            <a:r>
              <a:rPr lang="en-US" altLang="en-US" sz="2800">
                <a:latin typeface="Times New Roman" panose="02020603050405020304" pitchFamily="18" charset="0"/>
                <a:cs typeface="Times New Roman" panose="02020603050405020304" pitchFamily="18" charset="0"/>
              </a:rPr>
              <a:t>This is another paragraph two</a:t>
            </a:r>
            <a:r>
              <a:rPr lang="en-US" altLang="en-US" sz="2800" b="1">
                <a:solidFill>
                  <a:srgbClr val="0066CC"/>
                </a:solidFill>
                <a:latin typeface="Times New Roman" panose="02020603050405020304" pitchFamily="18" charset="0"/>
                <a:cs typeface="Times New Roman" panose="02020603050405020304" pitchFamily="18" charset="0"/>
              </a:rPr>
              <a:t>&lt;/p&gt;</a:t>
            </a:r>
          </a:p>
          <a:p>
            <a:pPr eaLnBrk="1" hangingPunct="1">
              <a:lnSpc>
                <a:spcPct val="140000"/>
              </a:lnSpc>
            </a:pPr>
            <a:r>
              <a:rPr lang="en-US" altLang="en-US" sz="2800">
                <a:latin typeface="Times New Roman" panose="02020603050405020304" pitchFamily="18" charset="0"/>
                <a:cs typeface="Times New Roman" panose="02020603050405020304" pitchFamily="18" charset="0"/>
              </a:rPr>
              <a:t>HTML automatically adds an extra blank line before and after a paragraph. </a:t>
            </a:r>
            <a:endParaRPr lang="en-GB" altLang="en-US" sz="2800">
              <a:latin typeface="Times New Roman" panose="02020603050405020304" pitchFamily="18" charset="0"/>
              <a:cs typeface="Times New Roman" panose="02020603050405020304" pitchFamily="18" charset="0"/>
            </a:endParaRPr>
          </a:p>
        </p:txBody>
      </p:sp>
      <p:sp>
        <p:nvSpPr>
          <p:cNvPr id="21506" name="Rectangle 2">
            <a:extLst>
              <a:ext uri="{FF2B5EF4-FFF2-40B4-BE49-F238E27FC236}">
                <a16:creationId xmlns:a16="http://schemas.microsoft.com/office/drawing/2014/main" id="{3347DEED-6BCC-DFD9-0C06-7BA8FAE1AAED}"/>
              </a:ext>
            </a:extLst>
          </p:cNvPr>
          <p:cNvSpPr>
            <a:spLocks noGrp="1" noChangeArrowheads="1"/>
          </p:cNvSpPr>
          <p:nvPr>
            <p:ph type="title"/>
          </p:nvPr>
        </p:nvSpPr>
        <p:spPr/>
        <p:txBody>
          <a:bodyPr/>
          <a:lstStyle/>
          <a:p>
            <a:pPr eaLnBrk="1" fontAlgn="auto" hangingPunct="1">
              <a:spcAft>
                <a:spcPts val="0"/>
              </a:spcAft>
              <a:defRPr/>
            </a:pPr>
            <a:r>
              <a:rPr lang="en-US">
                <a:solidFill>
                  <a:schemeClr val="tx1"/>
                </a:solidFill>
                <a:hlinkClick r:id="rId2" action="ppaction://hlinkfile"/>
              </a:rPr>
              <a:t>Paragraphs</a:t>
            </a:r>
            <a:endParaRPr lang="en-GB">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38A588C4-F018-AC22-A579-AF199F6370E4}"/>
              </a:ext>
            </a:extLst>
          </p:cNvPr>
          <p:cNvSpPr>
            <a:spLocks noGrp="1" noChangeArrowheads="1"/>
          </p:cNvSpPr>
          <p:nvPr>
            <p:ph idx="1"/>
          </p:nvPr>
        </p:nvSpPr>
        <p:spPr/>
        <p:txBody>
          <a:bodyPr/>
          <a:lstStyle/>
          <a:p>
            <a:pPr eaLnBrk="1" hangingPunct="1">
              <a:lnSpc>
                <a:spcPct val="150000"/>
              </a:lnSpc>
            </a:pPr>
            <a:r>
              <a:rPr lang="en-US" altLang="en-US" sz="2800">
                <a:latin typeface="Times New Roman" panose="02020603050405020304" pitchFamily="18" charset="0"/>
                <a:cs typeface="Times New Roman" panose="02020603050405020304" pitchFamily="18" charset="0"/>
              </a:rPr>
              <a:t>The </a:t>
            </a:r>
            <a:r>
              <a:rPr lang="en-US" altLang="en-US" sz="2800" b="1">
                <a:solidFill>
                  <a:srgbClr val="0066CC"/>
                </a:solidFill>
                <a:latin typeface="Times New Roman" panose="02020603050405020304" pitchFamily="18" charset="0"/>
                <a:cs typeface="Times New Roman" panose="02020603050405020304" pitchFamily="18" charset="0"/>
              </a:rPr>
              <a:t>&lt;br&gt;</a:t>
            </a:r>
            <a:r>
              <a:rPr lang="en-US" altLang="en-US" sz="2800">
                <a:latin typeface="Times New Roman" panose="02020603050405020304" pitchFamily="18" charset="0"/>
                <a:cs typeface="Times New Roman" panose="02020603050405020304" pitchFamily="18" charset="0"/>
              </a:rPr>
              <a:t> tag is used when you want to end a line, but don't want to start a new paragraph.</a:t>
            </a:r>
          </a:p>
          <a:p>
            <a:pPr lvl="1" eaLnBrk="1" hangingPunct="1">
              <a:lnSpc>
                <a:spcPct val="150000"/>
              </a:lnSpc>
            </a:pPr>
            <a:r>
              <a:rPr lang="en-GB" altLang="en-US" sz="2800">
                <a:latin typeface="Times New Roman" panose="02020603050405020304" pitchFamily="18" charset="0"/>
                <a:cs typeface="Times New Roman" panose="02020603050405020304" pitchFamily="18" charset="0"/>
              </a:rPr>
              <a:t> &lt;br&gt;This is line one</a:t>
            </a:r>
          </a:p>
          <a:p>
            <a:pPr lvl="1" eaLnBrk="1" hangingPunct="1">
              <a:lnSpc>
                <a:spcPct val="150000"/>
              </a:lnSpc>
            </a:pPr>
            <a:r>
              <a:rPr lang="en-GB" altLang="en-US" sz="2800">
                <a:latin typeface="Times New Roman" panose="02020603050405020304" pitchFamily="18" charset="0"/>
                <a:cs typeface="Times New Roman" panose="02020603050405020304" pitchFamily="18" charset="0"/>
              </a:rPr>
              <a:t> &lt;br&gt;This is line two</a:t>
            </a:r>
            <a:endParaRPr lang="en-US" altLang="en-US" sz="2800">
              <a:latin typeface="Times New Roman" panose="02020603050405020304" pitchFamily="18" charset="0"/>
              <a:cs typeface="Times New Roman" panose="02020603050405020304" pitchFamily="18" charset="0"/>
            </a:endParaRPr>
          </a:p>
          <a:p>
            <a:pPr eaLnBrk="1" hangingPunct="1">
              <a:lnSpc>
                <a:spcPct val="150000"/>
              </a:lnSpc>
            </a:pPr>
            <a:r>
              <a:rPr lang="en-US" altLang="en-US" sz="2800">
                <a:latin typeface="Times New Roman" panose="02020603050405020304" pitchFamily="18" charset="0"/>
                <a:cs typeface="Times New Roman" panose="02020603050405020304" pitchFamily="18" charset="0"/>
              </a:rPr>
              <a:t>The &lt;br&gt; tag is an empty tag. It has no closing tag.</a:t>
            </a:r>
            <a:endParaRPr lang="en-GB" altLang="en-US" sz="2800">
              <a:latin typeface="Times New Roman" panose="02020603050405020304" pitchFamily="18" charset="0"/>
              <a:cs typeface="Times New Roman" panose="02020603050405020304" pitchFamily="18" charset="0"/>
            </a:endParaRPr>
          </a:p>
        </p:txBody>
      </p:sp>
      <p:sp>
        <p:nvSpPr>
          <p:cNvPr id="22530" name="Rectangle 2">
            <a:extLst>
              <a:ext uri="{FF2B5EF4-FFF2-40B4-BE49-F238E27FC236}">
                <a16:creationId xmlns:a16="http://schemas.microsoft.com/office/drawing/2014/main" id="{D100C01F-E4E3-6FB1-35EA-76DBB5D8BCA2}"/>
              </a:ext>
            </a:extLst>
          </p:cNvPr>
          <p:cNvSpPr>
            <a:spLocks noGrp="1" noChangeArrowheads="1"/>
          </p:cNvSpPr>
          <p:nvPr>
            <p:ph type="title"/>
          </p:nvPr>
        </p:nvSpPr>
        <p:spPr/>
        <p:txBody>
          <a:bodyPr/>
          <a:lstStyle/>
          <a:p>
            <a:pPr eaLnBrk="1" fontAlgn="auto" hangingPunct="1">
              <a:spcAft>
                <a:spcPts val="0"/>
              </a:spcAft>
              <a:defRPr/>
            </a:pPr>
            <a:r>
              <a:rPr lang="en-US">
                <a:solidFill>
                  <a:schemeClr val="tx1"/>
                </a:solidFill>
                <a:hlinkClick r:id="rId2" action="ppaction://hlinkfile"/>
              </a:rPr>
              <a:t>Line Breaks</a:t>
            </a:r>
            <a:endParaRPr lang="en-GB">
              <a:solidFill>
                <a:schemeClr val="tx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a:extLst>
              <a:ext uri="{FF2B5EF4-FFF2-40B4-BE49-F238E27FC236}">
                <a16:creationId xmlns:a16="http://schemas.microsoft.com/office/drawing/2014/main" id="{35A54747-4F47-F3B5-608B-18142D0CA3D9}"/>
              </a:ext>
            </a:extLst>
          </p:cNvPr>
          <p:cNvSpPr>
            <a:spLocks noGrp="1" noChangeArrowheads="1"/>
          </p:cNvSpPr>
          <p:nvPr>
            <p:ph idx="1"/>
          </p:nvPr>
        </p:nvSpPr>
        <p:spPr/>
        <p:txBody>
          <a:bodyPr/>
          <a:lstStyle/>
          <a:p>
            <a:pPr eaLnBrk="1" hangingPunct="1">
              <a:lnSpc>
                <a:spcPct val="140000"/>
              </a:lnSpc>
            </a:pPr>
            <a:r>
              <a:rPr lang="en-US" altLang="en-US" sz="2800">
                <a:latin typeface="Times New Roman" panose="02020603050405020304" pitchFamily="18" charset="0"/>
                <a:cs typeface="Times New Roman" panose="02020603050405020304" pitchFamily="18" charset="0"/>
              </a:rPr>
              <a:t>The comment tag is used to insert a comment in the HTML source code. </a:t>
            </a:r>
          </a:p>
          <a:p>
            <a:pPr lvl="1" eaLnBrk="1" hangingPunct="1">
              <a:lnSpc>
                <a:spcPct val="140000"/>
              </a:lnSpc>
            </a:pPr>
            <a:r>
              <a:rPr lang="en-US" altLang="en-US" sz="2800" b="1">
                <a:solidFill>
                  <a:srgbClr val="0066CC"/>
                </a:solidFill>
                <a:latin typeface="Times New Roman" panose="02020603050405020304" pitchFamily="18" charset="0"/>
                <a:cs typeface="Times New Roman" panose="02020603050405020304" pitchFamily="18" charset="0"/>
              </a:rPr>
              <a:t>&lt;!--</a:t>
            </a:r>
            <a:r>
              <a:rPr lang="en-US" altLang="en-US" sz="2800">
                <a:latin typeface="Times New Roman" panose="02020603050405020304" pitchFamily="18" charset="0"/>
                <a:cs typeface="Times New Roman" panose="02020603050405020304" pitchFamily="18" charset="0"/>
              </a:rPr>
              <a:t> This is a comment </a:t>
            </a:r>
            <a:r>
              <a:rPr lang="en-US" altLang="en-US" sz="2800" b="1">
                <a:solidFill>
                  <a:srgbClr val="0066CC"/>
                </a:solidFill>
                <a:latin typeface="Times New Roman" panose="02020603050405020304" pitchFamily="18" charset="0"/>
                <a:cs typeface="Times New Roman" panose="02020603050405020304" pitchFamily="18" charset="0"/>
              </a:rPr>
              <a:t>--&gt;</a:t>
            </a:r>
            <a:r>
              <a:rPr lang="en-US" altLang="en-US" sz="2800">
                <a:latin typeface="Times New Roman" panose="02020603050405020304" pitchFamily="18" charset="0"/>
                <a:cs typeface="Times New Roman" panose="02020603050405020304" pitchFamily="18" charset="0"/>
              </a:rPr>
              <a:t> </a:t>
            </a:r>
          </a:p>
          <a:p>
            <a:pPr eaLnBrk="1" hangingPunct="1">
              <a:lnSpc>
                <a:spcPct val="140000"/>
              </a:lnSpc>
            </a:pPr>
            <a:r>
              <a:rPr lang="en-US" altLang="en-US" sz="2800">
                <a:latin typeface="Times New Roman" panose="02020603050405020304" pitchFamily="18" charset="0"/>
                <a:cs typeface="Times New Roman" panose="02020603050405020304" pitchFamily="18" charset="0"/>
              </a:rPr>
              <a:t>Note that you need an exclamation point after the opening bracket, but not before the closing bracket. </a:t>
            </a:r>
            <a:endParaRPr lang="en-GB" altLang="en-US" sz="2800">
              <a:latin typeface="Times New Roman" panose="02020603050405020304" pitchFamily="18" charset="0"/>
              <a:cs typeface="Times New Roman" panose="02020603050405020304" pitchFamily="18" charset="0"/>
            </a:endParaRPr>
          </a:p>
        </p:txBody>
      </p:sp>
      <p:sp>
        <p:nvSpPr>
          <p:cNvPr id="23554" name="Rectangle 2">
            <a:extLst>
              <a:ext uri="{FF2B5EF4-FFF2-40B4-BE49-F238E27FC236}">
                <a16:creationId xmlns:a16="http://schemas.microsoft.com/office/drawing/2014/main" id="{4419E887-FEFE-9B14-1AC5-0C3CF89629AB}"/>
              </a:ext>
            </a:extLst>
          </p:cNvPr>
          <p:cNvSpPr>
            <a:spLocks noGrp="1" noChangeArrowheads="1"/>
          </p:cNvSpPr>
          <p:nvPr>
            <p:ph type="title"/>
          </p:nvPr>
        </p:nvSpPr>
        <p:spPr/>
        <p:txBody>
          <a:bodyPr/>
          <a:lstStyle/>
          <a:p>
            <a:pPr eaLnBrk="1" fontAlgn="auto" hangingPunct="1">
              <a:spcAft>
                <a:spcPts val="0"/>
              </a:spcAft>
              <a:defRPr/>
            </a:pPr>
            <a:r>
              <a:rPr lang="en-US">
                <a:solidFill>
                  <a:schemeClr val="tx1"/>
                </a:solidFill>
              </a:rPr>
              <a:t>Comments in HTML</a:t>
            </a:r>
            <a:endParaRPr lang="en-GB">
              <a:solidFill>
                <a:schemeClr val="tx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a:extLst>
              <a:ext uri="{FF2B5EF4-FFF2-40B4-BE49-F238E27FC236}">
                <a16:creationId xmlns:a16="http://schemas.microsoft.com/office/drawing/2014/main" id="{014677A1-C9E9-E868-EDB2-42A1C5BD70C6}"/>
              </a:ext>
            </a:extLst>
          </p:cNvPr>
          <p:cNvSpPr>
            <a:spLocks noGrp="1" noChangeArrowheads="1"/>
          </p:cNvSpPr>
          <p:nvPr>
            <p:ph idx="1"/>
          </p:nvPr>
        </p:nvSpPr>
        <p:spPr>
          <a:xfrm>
            <a:off x="457200" y="1641475"/>
            <a:ext cx="8229600" cy="4530725"/>
          </a:xfrm>
        </p:spPr>
        <p:txBody>
          <a:bodyPr/>
          <a:lstStyle/>
          <a:p>
            <a:pPr eaLnBrk="1" hangingPunct="1">
              <a:lnSpc>
                <a:spcPct val="90000"/>
              </a:lnSpc>
            </a:pPr>
            <a:r>
              <a:rPr lang="en-US" altLang="zh-CN" sz="2600">
                <a:latin typeface="Times New Roman" panose="02020603050405020304" pitchFamily="18" charset="0"/>
                <a:ea typeface="SimSun" panose="02010600030101010101" pitchFamily="2" charset="-122"/>
                <a:cs typeface="Times New Roman" panose="02020603050405020304" pitchFamily="18" charset="0"/>
              </a:rPr>
              <a:t>Make any piece of text </a:t>
            </a:r>
            <a:r>
              <a:rPr lang="en-US" altLang="zh-CN" sz="2600" b="1">
                <a:latin typeface="Times New Roman" panose="02020603050405020304" pitchFamily="18" charset="0"/>
                <a:ea typeface="SimSun" panose="02010600030101010101" pitchFamily="2" charset="-122"/>
                <a:cs typeface="Times New Roman" panose="02020603050405020304" pitchFamily="18" charset="0"/>
              </a:rPr>
              <a:t>bold</a:t>
            </a:r>
            <a:r>
              <a:rPr lang="en-US" altLang="zh-CN" sz="2600">
                <a:latin typeface="Times New Roman" panose="02020603050405020304" pitchFamily="18" charset="0"/>
                <a:ea typeface="SimSun" panose="02010600030101010101" pitchFamily="2" charset="-122"/>
                <a:cs typeface="Times New Roman" panose="02020603050405020304" pitchFamily="18" charset="0"/>
              </a:rPr>
              <a:t> by adding the tag.</a:t>
            </a:r>
          </a:p>
          <a:p>
            <a:pPr lvl="1" eaLnBrk="1" hangingPunct="1">
              <a:lnSpc>
                <a:spcPct val="90000"/>
              </a:lnSpc>
            </a:pPr>
            <a:r>
              <a:rPr lang="en-US" altLang="zh-CN">
                <a:latin typeface="Times New Roman" panose="02020603050405020304" pitchFamily="18" charset="0"/>
                <a:ea typeface="SimSun" panose="02010600030101010101" pitchFamily="2" charset="-122"/>
                <a:cs typeface="Times New Roman" panose="02020603050405020304" pitchFamily="18" charset="0"/>
              </a:rPr>
              <a:t>This is </a:t>
            </a:r>
            <a:r>
              <a:rPr lang="en-US" altLang="zh-CN"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&lt;b&gt;</a:t>
            </a:r>
            <a:r>
              <a:rPr lang="en-US" altLang="zh-CN">
                <a:latin typeface="Times New Roman" panose="02020603050405020304" pitchFamily="18" charset="0"/>
                <a:ea typeface="SimSun" panose="02010600030101010101" pitchFamily="2" charset="-122"/>
                <a:cs typeface="Times New Roman" panose="02020603050405020304" pitchFamily="18" charset="0"/>
              </a:rPr>
              <a:t>bold</a:t>
            </a:r>
            <a:r>
              <a:rPr lang="en-US" altLang="zh-CN"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&lt;/b&gt;</a:t>
            </a:r>
            <a:r>
              <a:rPr lang="en-US" altLang="zh-CN">
                <a:latin typeface="Times New Roman" panose="02020603050405020304" pitchFamily="18" charset="0"/>
                <a:ea typeface="SimSun" panose="02010600030101010101" pitchFamily="2" charset="-122"/>
                <a:cs typeface="Times New Roman" panose="02020603050405020304" pitchFamily="18" charset="0"/>
              </a:rPr>
              <a:t>. </a:t>
            </a:r>
          </a:p>
          <a:p>
            <a:pPr eaLnBrk="1" hangingPunct="1">
              <a:lnSpc>
                <a:spcPct val="90000"/>
              </a:lnSpc>
            </a:pPr>
            <a:r>
              <a:rPr lang="en-US" altLang="zh-CN" sz="2600">
                <a:latin typeface="Times New Roman" panose="02020603050405020304" pitchFamily="18" charset="0"/>
                <a:ea typeface="SimSun" panose="02010600030101010101" pitchFamily="2" charset="-122"/>
                <a:cs typeface="Times New Roman" panose="02020603050405020304" pitchFamily="18" charset="0"/>
              </a:rPr>
              <a:t>To </a:t>
            </a:r>
            <a:r>
              <a:rPr lang="en-US" altLang="zh-CN" sz="2600" b="1">
                <a:latin typeface="Times New Roman" panose="02020603050405020304" pitchFamily="18" charset="0"/>
                <a:ea typeface="SimSun" panose="02010600030101010101" pitchFamily="2" charset="-122"/>
                <a:cs typeface="Times New Roman" panose="02020603050405020304" pitchFamily="18" charset="0"/>
              </a:rPr>
              <a:t>italicize</a:t>
            </a:r>
            <a:r>
              <a:rPr lang="en-US" altLang="zh-CN" sz="2600">
                <a:latin typeface="Times New Roman" panose="02020603050405020304" pitchFamily="18" charset="0"/>
                <a:ea typeface="SimSun" panose="02010600030101010101" pitchFamily="2" charset="-122"/>
                <a:cs typeface="Times New Roman" panose="02020603050405020304" pitchFamily="18" charset="0"/>
              </a:rPr>
              <a:t>, use these tags.</a:t>
            </a:r>
          </a:p>
          <a:p>
            <a:pPr lvl="1" eaLnBrk="1" hangingPunct="1">
              <a:lnSpc>
                <a:spcPct val="90000"/>
              </a:lnSpc>
            </a:pPr>
            <a:r>
              <a:rPr lang="en-US" altLang="zh-CN">
                <a:latin typeface="Times New Roman" panose="02020603050405020304" pitchFamily="18" charset="0"/>
                <a:ea typeface="SimSun" panose="02010600030101010101" pitchFamily="2" charset="-122"/>
                <a:cs typeface="Times New Roman" panose="02020603050405020304" pitchFamily="18" charset="0"/>
              </a:rPr>
              <a:t>This is </a:t>
            </a:r>
            <a:r>
              <a:rPr lang="en-US" altLang="zh-CN"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&lt;i&gt;</a:t>
            </a:r>
            <a:r>
              <a:rPr lang="en-US" altLang="zh-CN">
                <a:latin typeface="Times New Roman" panose="02020603050405020304" pitchFamily="18" charset="0"/>
                <a:ea typeface="SimSun" panose="02010600030101010101" pitchFamily="2" charset="-122"/>
                <a:cs typeface="Times New Roman" panose="02020603050405020304" pitchFamily="18" charset="0"/>
              </a:rPr>
              <a:t>italicized</a:t>
            </a:r>
            <a:r>
              <a:rPr lang="en-US" altLang="zh-CN"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&lt;/i&gt;</a:t>
            </a:r>
            <a:r>
              <a:rPr lang="en-US" altLang="zh-CN">
                <a:latin typeface="Times New Roman" panose="02020603050405020304" pitchFamily="18" charset="0"/>
                <a:ea typeface="SimSun" panose="02010600030101010101" pitchFamily="2" charset="-122"/>
                <a:cs typeface="Times New Roman" panose="02020603050405020304" pitchFamily="18" charset="0"/>
              </a:rPr>
              <a:t>. </a:t>
            </a:r>
          </a:p>
          <a:p>
            <a:pPr eaLnBrk="1" hangingPunct="1">
              <a:lnSpc>
                <a:spcPct val="90000"/>
              </a:lnSpc>
            </a:pPr>
            <a:r>
              <a:rPr lang="en-US" altLang="zh-CN" sz="2600"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&lt;big&gt;</a:t>
            </a:r>
            <a:r>
              <a:rPr lang="en-US" altLang="zh-CN" sz="2600">
                <a:latin typeface="Times New Roman" panose="02020603050405020304" pitchFamily="18" charset="0"/>
                <a:ea typeface="SimSun" panose="02010600030101010101" pitchFamily="2" charset="-122"/>
                <a:cs typeface="Times New Roman" panose="02020603050405020304" pitchFamily="18" charset="0"/>
              </a:rPr>
              <a:t>Big text</a:t>
            </a:r>
            <a:r>
              <a:rPr lang="en-US" altLang="zh-CN" sz="2600"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&lt;/big&gt;</a:t>
            </a:r>
          </a:p>
          <a:p>
            <a:pPr eaLnBrk="1" hangingPunct="1">
              <a:lnSpc>
                <a:spcPct val="90000"/>
              </a:lnSpc>
            </a:pPr>
            <a:r>
              <a:rPr lang="en-US" altLang="zh-CN" sz="2600"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&lt;small&gt;</a:t>
            </a:r>
            <a:r>
              <a:rPr lang="en-US" altLang="zh-CN" sz="2600">
                <a:latin typeface="Times New Roman" panose="02020603050405020304" pitchFamily="18" charset="0"/>
                <a:ea typeface="SimSun" panose="02010600030101010101" pitchFamily="2" charset="-122"/>
                <a:cs typeface="Times New Roman" panose="02020603050405020304" pitchFamily="18" charset="0"/>
              </a:rPr>
              <a:t>Small text</a:t>
            </a:r>
            <a:r>
              <a:rPr lang="en-US" altLang="zh-CN" sz="2600"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&lt;/small&gt; </a:t>
            </a:r>
          </a:p>
          <a:p>
            <a:pPr eaLnBrk="1" hangingPunct="1">
              <a:lnSpc>
                <a:spcPct val="90000"/>
              </a:lnSpc>
            </a:pPr>
            <a:r>
              <a:rPr lang="en-US" altLang="zh-CN" sz="2600">
                <a:latin typeface="Times New Roman" panose="02020603050405020304" pitchFamily="18" charset="0"/>
                <a:ea typeface="SimSun" panose="02010600030101010101" pitchFamily="2" charset="-122"/>
                <a:cs typeface="Times New Roman" panose="02020603050405020304" pitchFamily="18" charset="0"/>
              </a:rPr>
              <a:t>To </a:t>
            </a:r>
            <a:r>
              <a:rPr lang="en-US" altLang="zh-CN" sz="2600" b="1">
                <a:latin typeface="Times New Roman" panose="02020603050405020304" pitchFamily="18" charset="0"/>
                <a:ea typeface="SimSun" panose="02010600030101010101" pitchFamily="2" charset="-122"/>
                <a:cs typeface="Times New Roman" panose="02020603050405020304" pitchFamily="18" charset="0"/>
              </a:rPr>
              <a:t>underline</a:t>
            </a:r>
            <a:r>
              <a:rPr lang="en-US" altLang="zh-CN" sz="2600">
                <a:latin typeface="Times New Roman" panose="02020603050405020304" pitchFamily="18" charset="0"/>
                <a:ea typeface="SimSun" panose="02010600030101010101" pitchFamily="2" charset="-122"/>
                <a:cs typeface="Times New Roman" panose="02020603050405020304" pitchFamily="18" charset="0"/>
              </a:rPr>
              <a:t>, use these tags </a:t>
            </a:r>
          </a:p>
          <a:p>
            <a:pPr lvl="1" eaLnBrk="1" hangingPunct="1">
              <a:lnSpc>
                <a:spcPct val="90000"/>
              </a:lnSpc>
            </a:pPr>
            <a:r>
              <a:rPr lang="en-US" altLang="zh-CN">
                <a:latin typeface="Times New Roman" panose="02020603050405020304" pitchFamily="18" charset="0"/>
                <a:ea typeface="SimSun" panose="02010600030101010101" pitchFamily="2" charset="-122"/>
                <a:cs typeface="Times New Roman" panose="02020603050405020304" pitchFamily="18" charset="0"/>
              </a:rPr>
              <a:t>This is </a:t>
            </a:r>
            <a:r>
              <a:rPr lang="en-US" altLang="zh-CN"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&lt;u&gt;</a:t>
            </a:r>
            <a:r>
              <a:rPr lang="en-US" altLang="zh-CN">
                <a:latin typeface="Times New Roman" panose="02020603050405020304" pitchFamily="18" charset="0"/>
                <a:ea typeface="SimSun" panose="02010600030101010101" pitchFamily="2" charset="-122"/>
                <a:cs typeface="Times New Roman" panose="02020603050405020304" pitchFamily="18" charset="0"/>
              </a:rPr>
              <a:t>underlined</a:t>
            </a:r>
            <a:r>
              <a:rPr lang="en-US" altLang="zh-CN"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&lt;/u&gt;</a:t>
            </a:r>
            <a:r>
              <a:rPr lang="en-US" altLang="zh-CN">
                <a:latin typeface="Times New Roman" panose="02020603050405020304" pitchFamily="18" charset="0"/>
                <a:ea typeface="SimSun" panose="02010600030101010101" pitchFamily="2" charset="-122"/>
                <a:cs typeface="Times New Roman" panose="02020603050405020304" pitchFamily="18" charset="0"/>
              </a:rPr>
              <a:t>. </a:t>
            </a:r>
          </a:p>
          <a:p>
            <a:pPr eaLnBrk="1" hangingPunct="1">
              <a:lnSpc>
                <a:spcPct val="90000"/>
              </a:lnSpc>
            </a:pPr>
            <a:r>
              <a:rPr lang="en-US" altLang="zh-CN" sz="2600">
                <a:latin typeface="Times New Roman" panose="02020603050405020304" pitchFamily="18" charset="0"/>
                <a:ea typeface="SimSun" panose="02010600030101010101" pitchFamily="2" charset="-122"/>
                <a:cs typeface="Times New Roman" panose="02020603050405020304" pitchFamily="18" charset="0"/>
              </a:rPr>
              <a:t>Creates a </a:t>
            </a:r>
            <a:r>
              <a:rPr lang="en-US" altLang="zh-CN" sz="2600" b="1">
                <a:latin typeface="Times New Roman" panose="02020603050405020304" pitchFamily="18" charset="0"/>
                <a:ea typeface="SimSun" panose="02010600030101010101" pitchFamily="2" charset="-122"/>
                <a:cs typeface="Times New Roman" panose="02020603050405020304" pitchFamily="18" charset="0"/>
              </a:rPr>
              <a:t>horizontal line</a:t>
            </a:r>
            <a:r>
              <a:rPr lang="en-US" altLang="zh-CN" sz="2600">
                <a:latin typeface="Times New Roman" panose="02020603050405020304" pitchFamily="18" charset="0"/>
                <a:ea typeface="SimSun" panose="02010600030101010101" pitchFamily="2" charset="-122"/>
                <a:cs typeface="Times New Roman" panose="02020603050405020304" pitchFamily="18" charset="0"/>
              </a:rPr>
              <a:t> </a:t>
            </a:r>
          </a:p>
          <a:p>
            <a:pPr lvl="1" eaLnBrk="1" hangingPunct="1">
              <a:lnSpc>
                <a:spcPct val="90000"/>
              </a:lnSpc>
            </a:pPr>
            <a:r>
              <a:rPr lang="en-US" altLang="zh-CN">
                <a:latin typeface="Times New Roman" panose="02020603050405020304" pitchFamily="18" charset="0"/>
                <a:ea typeface="SimSun" panose="02010600030101010101" pitchFamily="2" charset="-122"/>
                <a:cs typeface="Times New Roman" panose="02020603050405020304" pitchFamily="18" charset="0"/>
              </a:rPr>
              <a:t>This is a horizontal line: </a:t>
            </a:r>
            <a:r>
              <a:rPr lang="en-US" altLang="zh-CN" b="1">
                <a:solidFill>
                  <a:srgbClr val="0066CC"/>
                </a:solidFill>
                <a:latin typeface="Times New Roman" panose="02020603050405020304" pitchFamily="18" charset="0"/>
                <a:ea typeface="SimSun" panose="02010600030101010101" pitchFamily="2" charset="-122"/>
                <a:cs typeface="Times New Roman" panose="02020603050405020304" pitchFamily="18" charset="0"/>
              </a:rPr>
              <a:t>&lt;hr&gt; </a:t>
            </a:r>
            <a:endParaRPr lang="en-US" altLang="en-US" b="1">
              <a:solidFill>
                <a:srgbClr val="0066CC"/>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24578" name="Rectangle 2">
            <a:extLst>
              <a:ext uri="{FF2B5EF4-FFF2-40B4-BE49-F238E27FC236}">
                <a16:creationId xmlns:a16="http://schemas.microsoft.com/office/drawing/2014/main" id="{470C9CA4-64F6-2FB7-05CB-9C967C933CF8}"/>
              </a:ext>
            </a:extLst>
          </p:cNvPr>
          <p:cNvSpPr>
            <a:spLocks noGrp="1" noChangeArrowheads="1"/>
          </p:cNvSpPr>
          <p:nvPr>
            <p:ph type="title"/>
          </p:nvPr>
        </p:nvSpPr>
        <p:spPr/>
        <p:txBody>
          <a:bodyPr>
            <a:normAutofit fontScale="90000"/>
          </a:bodyPr>
          <a:lstStyle/>
          <a:p>
            <a:pPr eaLnBrk="1" fontAlgn="auto" hangingPunct="1">
              <a:spcAft>
                <a:spcPts val="0"/>
              </a:spcAft>
              <a:defRPr/>
            </a:pPr>
            <a:r>
              <a:rPr lang="en-US" sz="3600">
                <a:solidFill>
                  <a:schemeClr val="tx1"/>
                </a:solidFill>
                <a:hlinkClick r:id="rId2" action="ppaction://hlinkfile"/>
              </a:rPr>
              <a:t>Bold, Italics, Big, Small,</a:t>
            </a:r>
            <a:r>
              <a:rPr lang="en-US" sz="3600">
                <a:hlinkClick r:id="rId2" action="ppaction://hlinkfile"/>
              </a:rPr>
              <a:t> </a:t>
            </a:r>
            <a:r>
              <a:rPr lang="en-US" sz="3600">
                <a:solidFill>
                  <a:schemeClr val="tx1"/>
                </a:solidFill>
                <a:hlinkClick r:id="rId2" action="ppaction://hlinkfile"/>
              </a:rPr>
              <a:t>Underline and H</a:t>
            </a:r>
            <a:r>
              <a:rPr lang="en-US" altLang="zh-CN" sz="3600">
                <a:solidFill>
                  <a:schemeClr val="tx1"/>
                </a:solidFill>
                <a:ea typeface="SimSun" pitchFamily="2" charset="-122"/>
                <a:hlinkClick r:id="rId2" action="ppaction://hlinkfile"/>
              </a:rPr>
              <a:t>orizontal</a:t>
            </a:r>
            <a:endParaRPr lang="en-US" sz="3600">
              <a:solidFill>
                <a:schemeClr val="tx1"/>
              </a:solidFill>
              <a:ea typeface="SimSun" pitchFamily="2" charset="-122"/>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3693</TotalTime>
  <Words>2281</Words>
  <Application>Microsoft Office PowerPoint</Application>
  <PresentationFormat>عرض على الشاشة (4:3)</PresentationFormat>
  <Paragraphs>268</Paragraphs>
  <Slides>32</Slides>
  <Notes>0</Notes>
  <HiddenSlides>0</HiddenSlides>
  <MMClips>0</MMClips>
  <ScaleCrop>false</ScaleCrop>
  <HeadingPairs>
    <vt:vector size="4" baseType="variant">
      <vt:variant>
        <vt:lpstr>نسق</vt:lpstr>
      </vt:variant>
      <vt:variant>
        <vt:i4>1</vt:i4>
      </vt:variant>
      <vt:variant>
        <vt:lpstr>عناوين الشرائح</vt:lpstr>
      </vt:variant>
      <vt:variant>
        <vt:i4>32</vt:i4>
      </vt:variant>
    </vt:vector>
  </HeadingPairs>
  <TitlesOfParts>
    <vt:vector size="33" baseType="lpstr">
      <vt:lpstr>Concourse</vt:lpstr>
      <vt:lpstr>CS315 Lecture 4</vt:lpstr>
      <vt:lpstr>Types of web application</vt:lpstr>
      <vt:lpstr>Languages of Web  designing </vt:lpstr>
      <vt:lpstr>Scripting Languages</vt:lpstr>
      <vt:lpstr>Server-Side Processing </vt:lpstr>
      <vt:lpstr>Scripting Languages</vt:lpstr>
      <vt:lpstr>What is an HTML File? </vt:lpstr>
      <vt:lpstr>The HTML Tag </vt:lpstr>
      <vt:lpstr>HTML Structure</vt:lpstr>
      <vt:lpstr>Creating a Simple Page</vt:lpstr>
      <vt:lpstr>Creating a Simple Page</vt:lpstr>
      <vt:lpstr>Creating a Simple Page</vt:lpstr>
      <vt:lpstr>Creating a Simple Page</vt:lpstr>
      <vt:lpstr>Tag Attributes</vt:lpstr>
      <vt:lpstr> HTML Versions </vt:lpstr>
      <vt:lpstr>The &lt;!DOCTYPE&gt; Declaration</vt:lpstr>
      <vt:lpstr>Common DOCTYPE Declarations</vt:lpstr>
      <vt:lpstr>Continue…</vt:lpstr>
      <vt:lpstr>XHTML</vt:lpstr>
      <vt:lpstr>عرض تقديمي في PowerPoint</vt:lpstr>
      <vt:lpstr>عرض تقديمي في PowerPoint</vt:lpstr>
      <vt:lpstr>XHTML rules </vt:lpstr>
      <vt:lpstr>عرض تقديمي في PowerPoint</vt:lpstr>
      <vt:lpstr>Some rules for HTML5 were established: </vt:lpstr>
      <vt:lpstr>Minimum HTML5 Document</vt:lpstr>
      <vt:lpstr>HTML5 - New Features </vt:lpstr>
      <vt:lpstr>Headings</vt:lpstr>
      <vt:lpstr>Headings</vt:lpstr>
      <vt:lpstr>Paragraphs</vt:lpstr>
      <vt:lpstr>Line Breaks</vt:lpstr>
      <vt:lpstr>Comments in HTML</vt:lpstr>
      <vt:lpstr>Bold, Italics, Big, Small, Underline and Horizontal</vt:lpstr>
    </vt:vector>
  </TitlesOfParts>
  <Company>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dc:title>
  <dc:creator>a</dc:creator>
  <cp:lastModifiedBy>إسراء الأزرق</cp:lastModifiedBy>
  <cp:revision>189</cp:revision>
  <dcterms:created xsi:type="dcterms:W3CDTF">2004-03-14T19:00:15Z</dcterms:created>
  <dcterms:modified xsi:type="dcterms:W3CDTF">2026-03-01T10:08:01Z</dcterms:modified>
</cp:coreProperties>
</file>